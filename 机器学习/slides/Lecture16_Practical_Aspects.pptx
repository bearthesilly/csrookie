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</p:sldMasterIdLst>
  <p:notesMasterIdLst>
    <p:notesMasterId r:id="rId109"/>
  </p:notesMasterIdLst>
  <p:sldIdLst>
    <p:sldId id="730" r:id="rId3"/>
    <p:sldId id="258" r:id="rId4"/>
    <p:sldId id="259" r:id="rId5"/>
    <p:sldId id="260" r:id="rId6"/>
    <p:sldId id="261" r:id="rId7"/>
    <p:sldId id="263" r:id="rId8"/>
    <p:sldId id="264" r:id="rId9"/>
    <p:sldId id="741" r:id="rId10"/>
    <p:sldId id="1186" r:id="rId11"/>
    <p:sldId id="1009" r:id="rId12"/>
    <p:sldId id="1119" r:id="rId13"/>
    <p:sldId id="1120" r:id="rId14"/>
    <p:sldId id="1052" r:id="rId15"/>
    <p:sldId id="1054" r:id="rId16"/>
    <p:sldId id="1053" r:id="rId17"/>
    <p:sldId id="1121" r:id="rId18"/>
    <p:sldId id="1122" r:id="rId19"/>
    <p:sldId id="926" r:id="rId20"/>
    <p:sldId id="1116" r:id="rId21"/>
    <p:sldId id="933" r:id="rId22"/>
    <p:sldId id="934" r:id="rId23"/>
    <p:sldId id="936" r:id="rId24"/>
    <p:sldId id="937" r:id="rId25"/>
    <p:sldId id="938" r:id="rId26"/>
    <p:sldId id="1123" r:id="rId27"/>
    <p:sldId id="1124" r:id="rId28"/>
    <p:sldId id="1125" r:id="rId29"/>
    <p:sldId id="1126" r:id="rId30"/>
    <p:sldId id="1127" r:id="rId31"/>
    <p:sldId id="1128" r:id="rId32"/>
    <p:sldId id="1129" r:id="rId33"/>
    <p:sldId id="1130" r:id="rId34"/>
    <p:sldId id="1117" r:id="rId35"/>
    <p:sldId id="1131" r:id="rId36"/>
    <p:sldId id="1132" r:id="rId37"/>
    <p:sldId id="1133" r:id="rId38"/>
    <p:sldId id="1134" r:id="rId39"/>
    <p:sldId id="1012" r:id="rId40"/>
    <p:sldId id="1013" r:id="rId41"/>
    <p:sldId id="1014" r:id="rId42"/>
    <p:sldId id="1018" r:id="rId43"/>
    <p:sldId id="1019" r:id="rId44"/>
    <p:sldId id="1020" r:id="rId45"/>
    <p:sldId id="1021" r:id="rId46"/>
    <p:sldId id="1023" r:id="rId47"/>
    <p:sldId id="1024" r:id="rId48"/>
    <p:sldId id="1025" r:id="rId49"/>
    <p:sldId id="1026" r:id="rId50"/>
    <p:sldId id="1027" r:id="rId51"/>
    <p:sldId id="1110" r:id="rId52"/>
    <p:sldId id="1111" r:id="rId53"/>
    <p:sldId id="1112" r:id="rId54"/>
    <p:sldId id="1136" r:id="rId55"/>
    <p:sldId id="1137" r:id="rId56"/>
    <p:sldId id="1113" r:id="rId57"/>
    <p:sldId id="1118" r:id="rId58"/>
    <p:sldId id="1102" r:id="rId59"/>
    <p:sldId id="1103" r:id="rId60"/>
    <p:sldId id="1104" r:id="rId61"/>
    <p:sldId id="1106" r:id="rId62"/>
    <p:sldId id="1107" r:id="rId63"/>
    <p:sldId id="1105" r:id="rId64"/>
    <p:sldId id="1108" r:id="rId65"/>
    <p:sldId id="1138" r:id="rId66"/>
    <p:sldId id="1181" r:id="rId67"/>
    <p:sldId id="1182" r:id="rId68"/>
    <p:sldId id="1205" r:id="rId69"/>
    <p:sldId id="1183" r:id="rId70"/>
    <p:sldId id="1185" r:id="rId71"/>
    <p:sldId id="1187" r:id="rId72"/>
    <p:sldId id="1152" r:id="rId73"/>
    <p:sldId id="1153" r:id="rId74"/>
    <p:sldId id="1188" r:id="rId75"/>
    <p:sldId id="1189" r:id="rId76"/>
    <p:sldId id="1190" r:id="rId77"/>
    <p:sldId id="1191" r:id="rId78"/>
    <p:sldId id="1192" r:id="rId79"/>
    <p:sldId id="1169" r:id="rId80"/>
    <p:sldId id="1154" r:id="rId81"/>
    <p:sldId id="1139" r:id="rId82"/>
    <p:sldId id="1140" r:id="rId83"/>
    <p:sldId id="1193" r:id="rId84"/>
    <p:sldId id="1194" r:id="rId85"/>
    <p:sldId id="1195" r:id="rId86"/>
    <p:sldId id="1196" r:id="rId87"/>
    <p:sldId id="1155" r:id="rId88"/>
    <p:sldId id="1142" r:id="rId89"/>
    <p:sldId id="1143" r:id="rId90"/>
    <p:sldId id="1144" r:id="rId91"/>
    <p:sldId id="1145" r:id="rId92"/>
    <p:sldId id="1146" r:id="rId93"/>
    <p:sldId id="1147" r:id="rId94"/>
    <p:sldId id="1148" r:id="rId95"/>
    <p:sldId id="1149" r:id="rId96"/>
    <p:sldId id="1150" r:id="rId97"/>
    <p:sldId id="1151" r:id="rId98"/>
    <p:sldId id="1197" r:id="rId99"/>
    <p:sldId id="1198" r:id="rId100"/>
    <p:sldId id="1199" r:id="rId101"/>
    <p:sldId id="1200" r:id="rId102"/>
    <p:sldId id="1156" r:id="rId103"/>
    <p:sldId id="1109" r:id="rId104"/>
    <p:sldId id="1201" r:id="rId105"/>
    <p:sldId id="1202" r:id="rId106"/>
    <p:sldId id="1203" r:id="rId107"/>
    <p:sldId id="1204" r:id="rId10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530B45-B929-4E50-A34E-0B26BF12EFF3}" v="15" dt="2025-04-09T06:46:45.4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63247" autoAdjust="0"/>
  </p:normalViewPr>
  <p:slideViewPr>
    <p:cSldViewPr snapToGrid="0">
      <p:cViewPr varScale="1">
        <p:scale>
          <a:sx n="71" d="100"/>
          <a:sy n="71" d="100"/>
        </p:scale>
        <p:origin x="1227" y="4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theme" Target="theme/theme1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tableStyles" Target="tableStyle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microsoft.com/office/2016/11/relationships/changesInfo" Target="changesInfos/changesInfo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presProps" Target="presProps.xml"/><Relationship Id="rId115" Type="http://schemas.microsoft.com/office/2015/10/relationships/revisionInfo" Target="revisionInfo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玉娇 师" userId="7923e8ed562d328d" providerId="LiveId" clId="{4E530B45-B929-4E50-A34E-0B26BF12EFF3}"/>
    <pc:docChg chg="undo redo custSel addSld delSld modSld">
      <pc:chgData name="玉娇 师" userId="7923e8ed562d328d" providerId="LiveId" clId="{4E530B45-B929-4E50-A34E-0B26BF12EFF3}" dt="2025-04-09T06:47:12.654" v="191" actId="1076"/>
      <pc:docMkLst>
        <pc:docMk/>
      </pc:docMkLst>
      <pc:sldChg chg="delSp modSp add del mod modTransition">
        <pc:chgData name="玉娇 师" userId="7923e8ed562d328d" providerId="LiveId" clId="{4E530B45-B929-4E50-A34E-0B26BF12EFF3}" dt="2025-04-09T03:00:49.198" v="53" actId="478"/>
        <pc:sldMkLst>
          <pc:docMk/>
          <pc:sldMk cId="0" sldId="258"/>
        </pc:sldMkLst>
        <pc:spChg chg="del">
          <ac:chgData name="玉娇 师" userId="7923e8ed562d328d" providerId="LiveId" clId="{4E530B45-B929-4E50-A34E-0B26BF12EFF3}" dt="2025-04-09T03:00:46.529" v="52" actId="478"/>
          <ac:spMkLst>
            <pc:docMk/>
            <pc:sldMk cId="0" sldId="258"/>
            <ac:spMk id="112" creationId="{00000000-0000-0000-0000-000000000000}"/>
          </ac:spMkLst>
        </pc:spChg>
        <pc:spChg chg="mod">
          <ac:chgData name="玉娇 师" userId="7923e8ed562d328d" providerId="LiveId" clId="{4E530B45-B929-4E50-A34E-0B26BF12EFF3}" dt="2025-04-09T03:00:20.457" v="50"/>
          <ac:spMkLst>
            <pc:docMk/>
            <pc:sldMk cId="0" sldId="258"/>
            <ac:spMk id="114" creationId="{00000000-0000-0000-0000-000000000000}"/>
          </ac:spMkLst>
        </pc:spChg>
        <pc:spChg chg="del">
          <ac:chgData name="玉娇 师" userId="7923e8ed562d328d" providerId="LiveId" clId="{4E530B45-B929-4E50-A34E-0B26BF12EFF3}" dt="2025-04-09T03:00:49.198" v="53" actId="478"/>
          <ac:spMkLst>
            <pc:docMk/>
            <pc:sldMk cId="0" sldId="258"/>
            <ac:spMk id="115" creationId="{00000000-0000-0000-0000-000000000000}"/>
          </ac:spMkLst>
        </pc:spChg>
      </pc:sldChg>
      <pc:sldChg chg="delSp modSp add del mod modTransition">
        <pc:chgData name="玉娇 师" userId="7923e8ed562d328d" providerId="LiveId" clId="{4E530B45-B929-4E50-A34E-0B26BF12EFF3}" dt="2025-04-09T03:04:20.472" v="67" actId="207"/>
        <pc:sldMkLst>
          <pc:docMk/>
          <pc:sldMk cId="0" sldId="259"/>
        </pc:sldMkLst>
        <pc:spChg chg="del">
          <ac:chgData name="玉娇 师" userId="7923e8ed562d328d" providerId="LiveId" clId="{4E530B45-B929-4E50-A34E-0B26BF12EFF3}" dt="2025-04-09T03:00:50.998" v="54" actId="478"/>
          <ac:spMkLst>
            <pc:docMk/>
            <pc:sldMk cId="0" sldId="259"/>
            <ac:spMk id="118" creationId="{00000000-0000-0000-0000-000000000000}"/>
          </ac:spMkLst>
        </pc:spChg>
        <pc:spChg chg="mod">
          <ac:chgData name="玉娇 师" userId="7923e8ed562d328d" providerId="LiveId" clId="{4E530B45-B929-4E50-A34E-0B26BF12EFF3}" dt="2025-04-09T03:00:20.457" v="50"/>
          <ac:spMkLst>
            <pc:docMk/>
            <pc:sldMk cId="0" sldId="259"/>
            <ac:spMk id="121" creationId="{00000000-0000-0000-0000-000000000000}"/>
          </ac:spMkLst>
        </pc:spChg>
        <pc:graphicFrameChg chg="modGraphic">
          <ac:chgData name="玉娇 师" userId="7923e8ed562d328d" providerId="LiveId" clId="{4E530B45-B929-4E50-A34E-0B26BF12EFF3}" dt="2025-04-09T03:04:14.442" v="66" actId="207"/>
          <ac:graphicFrameMkLst>
            <pc:docMk/>
            <pc:sldMk cId="0" sldId="259"/>
            <ac:graphicFrameMk id="123" creationId="{00000000-0000-0000-0000-000000000000}"/>
          </ac:graphicFrameMkLst>
        </pc:graphicFrameChg>
        <pc:graphicFrameChg chg="modGraphic">
          <ac:chgData name="玉娇 师" userId="7923e8ed562d328d" providerId="LiveId" clId="{4E530B45-B929-4E50-A34E-0B26BF12EFF3}" dt="2025-04-09T03:04:20.472" v="67" actId="207"/>
          <ac:graphicFrameMkLst>
            <pc:docMk/>
            <pc:sldMk cId="0" sldId="259"/>
            <ac:graphicFrameMk id="124" creationId="{00000000-0000-0000-0000-000000000000}"/>
          </ac:graphicFrameMkLst>
        </pc:graphicFrameChg>
      </pc:sldChg>
      <pc:sldChg chg="delSp modSp add del mod modTransition">
        <pc:chgData name="玉娇 师" userId="7923e8ed562d328d" providerId="LiveId" clId="{4E530B45-B929-4E50-A34E-0B26BF12EFF3}" dt="2025-04-09T03:00:53.653" v="55" actId="478"/>
        <pc:sldMkLst>
          <pc:docMk/>
          <pc:sldMk cId="0" sldId="260"/>
        </pc:sldMkLst>
        <pc:spChg chg="del">
          <ac:chgData name="玉娇 师" userId="7923e8ed562d328d" providerId="LiveId" clId="{4E530B45-B929-4E50-A34E-0B26BF12EFF3}" dt="2025-04-09T03:00:53.653" v="55" actId="478"/>
          <ac:spMkLst>
            <pc:docMk/>
            <pc:sldMk cId="0" sldId="260"/>
            <ac:spMk id="128" creationId="{00000000-0000-0000-0000-000000000000}"/>
          </ac:spMkLst>
        </pc:spChg>
        <pc:spChg chg="mod">
          <ac:chgData name="玉娇 师" userId="7923e8ed562d328d" providerId="LiveId" clId="{4E530B45-B929-4E50-A34E-0B26BF12EFF3}" dt="2025-04-09T03:00:20.457" v="50"/>
          <ac:spMkLst>
            <pc:docMk/>
            <pc:sldMk cId="0" sldId="260"/>
            <ac:spMk id="130" creationId="{00000000-0000-0000-0000-000000000000}"/>
          </ac:spMkLst>
        </pc:spChg>
      </pc:sldChg>
      <pc:sldChg chg="delSp modSp add del mod modTransition">
        <pc:chgData name="玉娇 师" userId="7923e8ed562d328d" providerId="LiveId" clId="{4E530B45-B929-4E50-A34E-0B26BF12EFF3}" dt="2025-04-09T03:00:56.416" v="56" actId="478"/>
        <pc:sldMkLst>
          <pc:docMk/>
          <pc:sldMk cId="0" sldId="261"/>
        </pc:sldMkLst>
        <pc:spChg chg="del">
          <ac:chgData name="玉娇 师" userId="7923e8ed562d328d" providerId="LiveId" clId="{4E530B45-B929-4E50-A34E-0B26BF12EFF3}" dt="2025-04-09T03:00:56.416" v="56" actId="478"/>
          <ac:spMkLst>
            <pc:docMk/>
            <pc:sldMk cId="0" sldId="261"/>
            <ac:spMk id="136" creationId="{00000000-0000-0000-0000-000000000000}"/>
          </ac:spMkLst>
        </pc:spChg>
        <pc:spChg chg="mod">
          <ac:chgData name="玉娇 师" userId="7923e8ed562d328d" providerId="LiveId" clId="{4E530B45-B929-4E50-A34E-0B26BF12EFF3}" dt="2025-04-09T03:00:20.457" v="50"/>
          <ac:spMkLst>
            <pc:docMk/>
            <pc:sldMk cId="0" sldId="261"/>
            <ac:spMk id="138" creationId="{00000000-0000-0000-0000-000000000000}"/>
          </ac:spMkLst>
        </pc:spChg>
      </pc:sldChg>
      <pc:sldChg chg="delSp modSp add del mod modTransition">
        <pc:chgData name="玉娇 师" userId="7923e8ed562d328d" providerId="LiveId" clId="{4E530B45-B929-4E50-A34E-0B26BF12EFF3}" dt="2025-04-09T03:01:35.653" v="58" actId="47"/>
        <pc:sldMkLst>
          <pc:docMk/>
          <pc:sldMk cId="0" sldId="262"/>
        </pc:sldMkLst>
        <pc:spChg chg="del">
          <ac:chgData name="玉娇 师" userId="7923e8ed562d328d" providerId="LiveId" clId="{4E530B45-B929-4E50-A34E-0B26BF12EFF3}" dt="2025-04-09T03:01:03.035" v="57" actId="478"/>
          <ac:spMkLst>
            <pc:docMk/>
            <pc:sldMk cId="0" sldId="262"/>
            <ac:spMk id="144" creationId="{00000000-0000-0000-0000-000000000000}"/>
          </ac:spMkLst>
        </pc:spChg>
        <pc:spChg chg="mod">
          <ac:chgData name="玉娇 师" userId="7923e8ed562d328d" providerId="LiveId" clId="{4E530B45-B929-4E50-A34E-0B26BF12EFF3}" dt="2025-04-09T03:00:20.457" v="50"/>
          <ac:spMkLst>
            <pc:docMk/>
            <pc:sldMk cId="0" sldId="262"/>
            <ac:spMk id="146" creationId="{00000000-0000-0000-0000-000000000000}"/>
          </ac:spMkLst>
        </pc:spChg>
      </pc:sldChg>
      <pc:sldChg chg="delSp modSp add del mod modTransition">
        <pc:chgData name="玉娇 师" userId="7923e8ed562d328d" providerId="LiveId" clId="{4E530B45-B929-4E50-A34E-0B26BF12EFF3}" dt="2025-04-09T03:01:43.332" v="59" actId="478"/>
        <pc:sldMkLst>
          <pc:docMk/>
          <pc:sldMk cId="0" sldId="263"/>
        </pc:sldMkLst>
        <pc:spChg chg="del">
          <ac:chgData name="玉娇 师" userId="7923e8ed562d328d" providerId="LiveId" clId="{4E530B45-B929-4E50-A34E-0B26BF12EFF3}" dt="2025-04-09T03:01:43.332" v="59" actId="478"/>
          <ac:spMkLst>
            <pc:docMk/>
            <pc:sldMk cId="0" sldId="263"/>
            <ac:spMk id="152" creationId="{00000000-0000-0000-0000-000000000000}"/>
          </ac:spMkLst>
        </pc:spChg>
        <pc:spChg chg="mod">
          <ac:chgData name="玉娇 师" userId="7923e8ed562d328d" providerId="LiveId" clId="{4E530B45-B929-4E50-A34E-0B26BF12EFF3}" dt="2025-04-09T03:00:20.457" v="50"/>
          <ac:spMkLst>
            <pc:docMk/>
            <pc:sldMk cId="0" sldId="263"/>
            <ac:spMk id="155" creationId="{00000000-0000-0000-0000-000000000000}"/>
          </ac:spMkLst>
        </pc:spChg>
      </pc:sldChg>
      <pc:sldChg chg="delSp modSp add del mod modTransition">
        <pc:chgData name="玉娇 师" userId="7923e8ed562d328d" providerId="LiveId" clId="{4E530B45-B929-4E50-A34E-0B26BF12EFF3}" dt="2025-04-09T03:01:47.682" v="61" actId="478"/>
        <pc:sldMkLst>
          <pc:docMk/>
          <pc:sldMk cId="0" sldId="264"/>
        </pc:sldMkLst>
        <pc:spChg chg="del">
          <ac:chgData name="玉娇 师" userId="7923e8ed562d328d" providerId="LiveId" clId="{4E530B45-B929-4E50-A34E-0B26BF12EFF3}" dt="2025-04-09T03:01:46.057" v="60" actId="478"/>
          <ac:spMkLst>
            <pc:docMk/>
            <pc:sldMk cId="0" sldId="264"/>
            <ac:spMk id="159" creationId="{00000000-0000-0000-0000-000000000000}"/>
          </ac:spMkLst>
        </pc:spChg>
        <pc:spChg chg="mod">
          <ac:chgData name="玉娇 师" userId="7923e8ed562d328d" providerId="LiveId" clId="{4E530B45-B929-4E50-A34E-0B26BF12EFF3}" dt="2025-04-09T03:00:20.457" v="50"/>
          <ac:spMkLst>
            <pc:docMk/>
            <pc:sldMk cId="0" sldId="264"/>
            <ac:spMk id="161" creationId="{00000000-0000-0000-0000-000000000000}"/>
          </ac:spMkLst>
        </pc:spChg>
        <pc:spChg chg="del">
          <ac:chgData name="玉娇 师" userId="7923e8ed562d328d" providerId="LiveId" clId="{4E530B45-B929-4E50-A34E-0B26BF12EFF3}" dt="2025-04-09T03:01:47.682" v="61" actId="478"/>
          <ac:spMkLst>
            <pc:docMk/>
            <pc:sldMk cId="0" sldId="264"/>
            <ac:spMk id="162" creationId="{00000000-0000-0000-0000-000000000000}"/>
          </ac:spMkLst>
        </pc:spChg>
      </pc:sldChg>
      <pc:sldChg chg="modSp add del modTransition">
        <pc:chgData name="玉娇 师" userId="7923e8ed562d328d" providerId="LiveId" clId="{4E530B45-B929-4E50-A34E-0B26BF12EFF3}" dt="2025-04-09T03:04:40.281" v="68" actId="47"/>
        <pc:sldMkLst>
          <pc:docMk/>
          <pc:sldMk cId="0" sldId="265"/>
        </pc:sldMkLst>
        <pc:spChg chg="mod">
          <ac:chgData name="玉娇 师" userId="7923e8ed562d328d" providerId="LiveId" clId="{4E530B45-B929-4E50-A34E-0B26BF12EFF3}" dt="2025-04-09T03:00:20.457" v="50"/>
          <ac:spMkLst>
            <pc:docMk/>
            <pc:sldMk cId="0" sldId="265"/>
            <ac:spMk id="167" creationId="{00000000-0000-0000-0000-000000000000}"/>
          </ac:spMkLst>
        </pc:spChg>
      </pc:sldChg>
      <pc:sldChg chg="modSp add del mod">
        <pc:chgData name="玉娇 师" userId="7923e8ed562d328d" providerId="LiveId" clId="{4E530B45-B929-4E50-A34E-0B26BF12EFF3}" dt="2025-04-03T03:26:28.671" v="46" actId="20577"/>
        <pc:sldMkLst>
          <pc:docMk/>
          <pc:sldMk cId="2256922294" sldId="730"/>
        </pc:sldMkLst>
        <pc:spChg chg="mod">
          <ac:chgData name="玉娇 师" userId="7923e8ed562d328d" providerId="LiveId" clId="{4E530B45-B929-4E50-A34E-0B26BF12EFF3}" dt="2025-04-03T03:26:12.561" v="28" actId="20577"/>
          <ac:spMkLst>
            <pc:docMk/>
            <pc:sldMk cId="2256922294" sldId="730"/>
            <ac:spMk id="2" creationId="{F03BA216-5B73-5034-DEA3-A9D46A3B2EFD}"/>
          </ac:spMkLst>
        </pc:spChg>
        <pc:spChg chg="mod">
          <ac:chgData name="玉娇 师" userId="7923e8ed562d328d" providerId="LiveId" clId="{4E530B45-B929-4E50-A34E-0B26BF12EFF3}" dt="2025-04-03T03:26:28.671" v="46" actId="20577"/>
          <ac:spMkLst>
            <pc:docMk/>
            <pc:sldMk cId="2256922294" sldId="730"/>
            <ac:spMk id="6" creationId="{7FCF3E66-015D-4E3F-9FBD-183C50BEE6F1}"/>
          </ac:spMkLst>
        </pc:spChg>
      </pc:sldChg>
      <pc:sldChg chg="modSp add del modTransition">
        <pc:chgData name="玉娇 师" userId="7923e8ed562d328d" providerId="LiveId" clId="{4E530B45-B929-4E50-A34E-0B26BF12EFF3}" dt="2025-04-09T03:00:20.457" v="50"/>
        <pc:sldMkLst>
          <pc:docMk/>
          <pc:sldMk cId="3518163520" sldId="741"/>
        </pc:sldMkLst>
        <pc:spChg chg="mod">
          <ac:chgData name="玉娇 师" userId="7923e8ed562d328d" providerId="LiveId" clId="{4E530B45-B929-4E50-A34E-0B26BF12EFF3}" dt="2025-04-09T03:00:20.457" v="50"/>
          <ac:spMkLst>
            <pc:docMk/>
            <pc:sldMk cId="3518163520" sldId="741"/>
            <ac:spMk id="3" creationId="{B0A002D1-7E19-AFAE-B693-092345DEA1FB}"/>
          </ac:spMkLst>
        </pc:spChg>
      </pc:sldChg>
      <pc:sldChg chg="modAnim">
        <pc:chgData name="玉娇 师" userId="7923e8ed562d328d" providerId="LiveId" clId="{4E530B45-B929-4E50-A34E-0B26BF12EFF3}" dt="2025-04-09T05:16:36.874" v="69"/>
        <pc:sldMkLst>
          <pc:docMk/>
          <pc:sldMk cId="3910340668" sldId="933"/>
        </pc:sldMkLst>
      </pc:sldChg>
      <pc:sldChg chg="modSp">
        <pc:chgData name="玉娇 师" userId="7923e8ed562d328d" providerId="LiveId" clId="{4E530B45-B929-4E50-A34E-0B26BF12EFF3}" dt="2025-04-09T05:20:36.251" v="71" actId="1076"/>
        <pc:sldMkLst>
          <pc:docMk/>
          <pc:sldMk cId="1920035594" sldId="938"/>
        </pc:sldMkLst>
        <pc:picChg chg="mod">
          <ac:chgData name="玉娇 师" userId="7923e8ed562d328d" providerId="LiveId" clId="{4E530B45-B929-4E50-A34E-0B26BF12EFF3}" dt="2025-04-09T05:20:36.251" v="71" actId="1076"/>
          <ac:picMkLst>
            <pc:docMk/>
            <pc:sldMk cId="1920035594" sldId="938"/>
            <ac:picMk id="26626" creationId="{00000000-0000-0000-0000-000000000000}"/>
          </ac:picMkLst>
        </pc:picChg>
      </pc:sldChg>
      <pc:sldChg chg="del">
        <pc:chgData name="玉娇 师" userId="7923e8ed562d328d" providerId="LiveId" clId="{4E530B45-B929-4E50-A34E-0B26BF12EFF3}" dt="2025-04-09T05:52:29.999" v="73" actId="47"/>
        <pc:sldMkLst>
          <pc:docMk/>
          <pc:sldMk cId="3099545135" sldId="1022"/>
        </pc:sldMkLst>
      </pc:sldChg>
      <pc:sldChg chg="modAnim">
        <pc:chgData name="玉娇 师" userId="7923e8ed562d328d" providerId="LiveId" clId="{4E530B45-B929-4E50-A34E-0B26BF12EFF3}" dt="2025-04-09T05:58:08.329" v="74"/>
        <pc:sldMkLst>
          <pc:docMk/>
          <pc:sldMk cId="1255227048" sldId="1110"/>
        </pc:sldMkLst>
      </pc:sldChg>
      <pc:sldChg chg="del">
        <pc:chgData name="玉娇 师" userId="7923e8ed562d328d" providerId="LiveId" clId="{4E530B45-B929-4E50-A34E-0B26BF12EFF3}" dt="2025-04-09T05:36:58.414" v="72" actId="47"/>
        <pc:sldMkLst>
          <pc:docMk/>
          <pc:sldMk cId="1398900830" sldId="1135"/>
        </pc:sldMkLst>
      </pc:sldChg>
      <pc:sldChg chg="modNotesTx">
        <pc:chgData name="玉娇 师" userId="7923e8ed562d328d" providerId="LiveId" clId="{4E530B45-B929-4E50-A34E-0B26BF12EFF3}" dt="2025-04-09T06:02:08.010" v="158" actId="20577"/>
        <pc:sldMkLst>
          <pc:docMk/>
          <pc:sldMk cId="986318760" sldId="1137"/>
        </pc:sldMkLst>
      </pc:sldChg>
      <pc:sldChg chg="addSp delSp modSp add mod">
        <pc:chgData name="玉娇 师" userId="7923e8ed562d328d" providerId="LiveId" clId="{4E530B45-B929-4E50-A34E-0B26BF12EFF3}" dt="2025-04-09T06:47:12.654" v="191" actId="1076"/>
        <pc:sldMkLst>
          <pc:docMk/>
          <pc:sldMk cId="642320101" sldId="1205"/>
        </pc:sldMkLst>
        <pc:picChg chg="add mod modCrop">
          <ac:chgData name="玉娇 师" userId="7923e8ed562d328d" providerId="LiveId" clId="{4E530B45-B929-4E50-A34E-0B26BF12EFF3}" dt="2025-04-09T06:45:37.698" v="175" actId="1037"/>
          <ac:picMkLst>
            <pc:docMk/>
            <pc:sldMk cId="642320101" sldId="1205"/>
            <ac:picMk id="4" creationId="{BAFAC7BB-D2A5-471F-F14F-30CABB91D756}"/>
          </ac:picMkLst>
        </pc:picChg>
        <pc:picChg chg="add del mod modCrop">
          <ac:chgData name="玉娇 师" userId="7923e8ed562d328d" providerId="LiveId" clId="{4E530B45-B929-4E50-A34E-0B26BF12EFF3}" dt="2025-04-09T06:46:43.294" v="183" actId="478"/>
          <ac:picMkLst>
            <pc:docMk/>
            <pc:sldMk cId="642320101" sldId="1205"/>
            <ac:picMk id="6" creationId="{244790AD-D25B-2889-2EBA-60EA20272D9D}"/>
          </ac:picMkLst>
        </pc:picChg>
        <pc:picChg chg="add mod modCrop">
          <ac:chgData name="玉娇 师" userId="7923e8ed562d328d" providerId="LiveId" clId="{4E530B45-B929-4E50-A34E-0B26BF12EFF3}" dt="2025-04-09T06:47:12.654" v="191" actId="1076"/>
          <ac:picMkLst>
            <pc:docMk/>
            <pc:sldMk cId="642320101" sldId="1205"/>
            <ac:picMk id="9" creationId="{95402804-A91E-884E-0A43-68AF2C436937}"/>
          </ac:picMkLst>
        </pc:picChg>
      </pc:sldChg>
      <pc:sldChg chg="new del">
        <pc:chgData name="玉娇 师" userId="7923e8ed562d328d" providerId="LiveId" clId="{4E530B45-B929-4E50-A34E-0B26BF12EFF3}" dt="2025-04-09T03:00:23.480" v="51" actId="47"/>
        <pc:sldMkLst>
          <pc:docMk/>
          <pc:sldMk cId="1016509754" sldId="1205"/>
        </pc:sldMkLst>
      </pc:sldChg>
      <pc:sldChg chg="new del">
        <pc:chgData name="玉娇 师" userId="7923e8ed562d328d" providerId="LiveId" clId="{4E530B45-B929-4E50-A34E-0B26BF12EFF3}" dt="2025-04-03T03:26:00.699" v="4" actId="47"/>
        <pc:sldMkLst>
          <pc:docMk/>
          <pc:sldMk cId="3243353754" sldId="1205"/>
        </pc:sldMkLst>
      </pc:sldChg>
    </pc:docChg>
  </pc:docChgLst>
  <pc:docChgLst>
    <pc:chgData name="玉娇 师" userId="7923e8ed562d328d" providerId="LiveId" clId="{89FC32A8-3FD6-49D9-A77C-451C0BCD1E67}"/>
    <pc:docChg chg="delSld modSld">
      <pc:chgData name="玉娇 师" userId="7923e8ed562d328d" providerId="LiveId" clId="{89FC32A8-3FD6-49D9-A77C-451C0BCD1E67}" dt="2024-09-19T14:42:53.285" v="23" actId="729"/>
      <pc:docMkLst>
        <pc:docMk/>
      </pc:docMkLst>
      <pc:sldChg chg="delSp modSp del mod">
        <pc:chgData name="玉娇 师" userId="7923e8ed562d328d" providerId="LiveId" clId="{89FC32A8-3FD6-49D9-A77C-451C0BCD1E67}" dt="2024-09-19T14:05:40.934" v="8" actId="47"/>
        <pc:sldMkLst>
          <pc:docMk/>
          <pc:sldMk cId="383437961" sldId="894"/>
        </pc:sldMkLst>
      </pc:sldChg>
      <pc:sldChg chg="modSp mod">
        <pc:chgData name="玉娇 师" userId="7923e8ed562d328d" providerId="LiveId" clId="{89FC32A8-3FD6-49D9-A77C-451C0BCD1E67}" dt="2024-09-19T13:33:16.072" v="2" actId="1036"/>
        <pc:sldMkLst>
          <pc:docMk/>
          <pc:sldMk cId="2131106395" sldId="913"/>
        </pc:sldMkLst>
      </pc:sldChg>
      <pc:sldChg chg="mod modShow">
        <pc:chgData name="玉娇 师" userId="7923e8ed562d328d" providerId="LiveId" clId="{89FC32A8-3FD6-49D9-A77C-451C0BCD1E67}" dt="2024-09-19T14:40:09.594" v="12" actId="729"/>
        <pc:sldMkLst>
          <pc:docMk/>
          <pc:sldMk cId="3910340668" sldId="933"/>
        </pc:sldMkLst>
      </pc:sldChg>
      <pc:sldChg chg="mod modShow">
        <pc:chgData name="玉娇 师" userId="7923e8ed562d328d" providerId="LiveId" clId="{89FC32A8-3FD6-49D9-A77C-451C0BCD1E67}" dt="2024-09-19T14:40:15.968" v="13" actId="729"/>
        <pc:sldMkLst>
          <pc:docMk/>
          <pc:sldMk cId="3891651857" sldId="934"/>
        </pc:sldMkLst>
      </pc:sldChg>
      <pc:sldChg chg="mod modShow">
        <pc:chgData name="玉娇 师" userId="7923e8ed562d328d" providerId="LiveId" clId="{89FC32A8-3FD6-49D9-A77C-451C0BCD1E67}" dt="2024-09-19T14:40:18.938" v="14" actId="729"/>
        <pc:sldMkLst>
          <pc:docMk/>
          <pc:sldMk cId="3519631075" sldId="936"/>
        </pc:sldMkLst>
      </pc:sldChg>
      <pc:sldChg chg="mod modShow">
        <pc:chgData name="玉娇 师" userId="7923e8ed562d328d" providerId="LiveId" clId="{89FC32A8-3FD6-49D9-A77C-451C0BCD1E67}" dt="2024-09-19T14:40:22.769" v="15" actId="729"/>
        <pc:sldMkLst>
          <pc:docMk/>
          <pc:sldMk cId="291455053" sldId="937"/>
        </pc:sldMkLst>
      </pc:sldChg>
      <pc:sldChg chg="mod modShow">
        <pc:chgData name="玉娇 师" userId="7923e8ed562d328d" providerId="LiveId" clId="{89FC32A8-3FD6-49D9-A77C-451C0BCD1E67}" dt="2024-09-19T14:40:38.563" v="16" actId="729"/>
        <pc:sldMkLst>
          <pc:docMk/>
          <pc:sldMk cId="1920035594" sldId="938"/>
        </pc:sldMkLst>
      </pc:sldChg>
      <pc:sldChg chg="mod modShow">
        <pc:chgData name="玉娇 师" userId="7923e8ed562d328d" providerId="LiveId" clId="{89FC32A8-3FD6-49D9-A77C-451C0BCD1E67}" dt="2024-09-19T14:30:11.130" v="11" actId="729"/>
        <pc:sldMkLst>
          <pc:docMk/>
          <pc:sldMk cId="3733063190" sldId="1104"/>
        </pc:sldMkLst>
      </pc:sldChg>
      <pc:sldChg chg="modSp mod">
        <pc:chgData name="玉娇 师" userId="7923e8ed562d328d" providerId="LiveId" clId="{89FC32A8-3FD6-49D9-A77C-451C0BCD1E67}" dt="2024-09-19T14:07:15.824" v="10" actId="1076"/>
        <pc:sldMkLst>
          <pc:docMk/>
          <pc:sldMk cId="109724528" sldId="1119"/>
        </pc:sldMkLst>
      </pc:sldChg>
      <pc:sldChg chg="mod modShow">
        <pc:chgData name="玉娇 师" userId="7923e8ed562d328d" providerId="LiveId" clId="{89FC32A8-3FD6-49D9-A77C-451C0BCD1E67}" dt="2024-09-19T14:40:42.795" v="17" actId="729"/>
        <pc:sldMkLst>
          <pc:docMk/>
          <pc:sldMk cId="3884730185" sldId="1123"/>
        </pc:sldMkLst>
      </pc:sldChg>
      <pc:sldChg chg="mod modShow">
        <pc:chgData name="玉娇 师" userId="7923e8ed562d328d" providerId="LiveId" clId="{89FC32A8-3FD6-49D9-A77C-451C0BCD1E67}" dt="2024-09-19T14:41:14.680" v="18" actId="729"/>
        <pc:sldMkLst>
          <pc:docMk/>
          <pc:sldMk cId="699562136" sldId="1124"/>
        </pc:sldMkLst>
      </pc:sldChg>
      <pc:sldChg chg="mod modShow">
        <pc:chgData name="玉娇 师" userId="7923e8ed562d328d" providerId="LiveId" clId="{89FC32A8-3FD6-49D9-A77C-451C0BCD1E67}" dt="2024-09-19T14:41:34.054" v="19" actId="729"/>
        <pc:sldMkLst>
          <pc:docMk/>
          <pc:sldMk cId="692591678" sldId="1125"/>
        </pc:sldMkLst>
      </pc:sldChg>
      <pc:sldChg chg="mod modShow">
        <pc:chgData name="玉娇 师" userId="7923e8ed562d328d" providerId="LiveId" clId="{89FC32A8-3FD6-49D9-A77C-451C0BCD1E67}" dt="2024-09-19T14:41:45.118" v="20" actId="729"/>
        <pc:sldMkLst>
          <pc:docMk/>
          <pc:sldMk cId="2734379156" sldId="1126"/>
        </pc:sldMkLst>
      </pc:sldChg>
      <pc:sldChg chg="mod modShow">
        <pc:chgData name="玉娇 师" userId="7923e8ed562d328d" providerId="LiveId" clId="{89FC32A8-3FD6-49D9-A77C-451C0BCD1E67}" dt="2024-09-19T14:42:01.788" v="21" actId="729"/>
        <pc:sldMkLst>
          <pc:docMk/>
          <pc:sldMk cId="1744569619" sldId="1127"/>
        </pc:sldMkLst>
      </pc:sldChg>
      <pc:sldChg chg="mod modShow">
        <pc:chgData name="玉娇 师" userId="7923e8ed562d328d" providerId="LiveId" clId="{89FC32A8-3FD6-49D9-A77C-451C0BCD1E67}" dt="2024-09-19T14:42:39.800" v="22" actId="729"/>
        <pc:sldMkLst>
          <pc:docMk/>
          <pc:sldMk cId="832767610" sldId="1128"/>
        </pc:sldMkLst>
      </pc:sldChg>
      <pc:sldChg chg="mod modShow">
        <pc:chgData name="玉娇 师" userId="7923e8ed562d328d" providerId="LiveId" clId="{89FC32A8-3FD6-49D9-A77C-451C0BCD1E67}" dt="2024-09-19T14:42:53.285" v="23" actId="729"/>
        <pc:sldMkLst>
          <pc:docMk/>
          <pc:sldMk cId="71781879" sldId="1129"/>
        </pc:sldMkLst>
      </pc:sldChg>
    </pc:docChg>
  </pc:docChgLst>
  <pc:docChgLst>
    <pc:chgData name="玉娇 师" userId="7923e8ed562d328d" providerId="LiveId" clId="{7B3844D4-7171-4CBB-8094-A702584FF23B}"/>
    <pc:docChg chg="undo custSel delSld modSld sldOrd">
      <pc:chgData name="玉娇 师" userId="7923e8ed562d328d" providerId="LiveId" clId="{7B3844D4-7171-4CBB-8094-A702584FF23B}" dt="2024-09-02T08:53:04.720" v="46" actId="20577"/>
      <pc:docMkLst>
        <pc:docMk/>
      </pc:docMkLst>
      <pc:sldChg chg="del">
        <pc:chgData name="玉娇 师" userId="7923e8ed562d328d" providerId="LiveId" clId="{7B3844D4-7171-4CBB-8094-A702584FF23B}" dt="2024-09-02T05:38:50.666" v="0" actId="47"/>
        <pc:sldMkLst>
          <pc:docMk/>
          <pc:sldMk cId="0" sldId="256"/>
        </pc:sldMkLst>
      </pc:sldChg>
      <pc:sldChg chg="del">
        <pc:chgData name="玉娇 师" userId="7923e8ed562d328d" providerId="LiveId" clId="{7B3844D4-7171-4CBB-8094-A702584FF23B}" dt="2024-09-02T05:38:54.661" v="1" actId="47"/>
        <pc:sldMkLst>
          <pc:docMk/>
          <pc:sldMk cId="2366459294" sldId="731"/>
        </pc:sldMkLst>
      </pc:sldChg>
      <pc:sldChg chg="del">
        <pc:chgData name="玉娇 师" userId="7923e8ed562d328d" providerId="LiveId" clId="{7B3844D4-7171-4CBB-8094-A702584FF23B}" dt="2024-09-02T05:38:56.521" v="2" actId="47"/>
        <pc:sldMkLst>
          <pc:docMk/>
          <pc:sldMk cId="1423997095" sldId="750"/>
        </pc:sldMkLst>
      </pc:sldChg>
      <pc:sldChg chg="modSp mod">
        <pc:chgData name="玉娇 师" userId="7923e8ed562d328d" providerId="LiveId" clId="{7B3844D4-7171-4CBB-8094-A702584FF23B}" dt="2024-09-02T05:40:46.959" v="10" actId="1076"/>
        <pc:sldMkLst>
          <pc:docMk/>
          <pc:sldMk cId="373874095" sldId="832"/>
        </pc:sldMkLst>
      </pc:sldChg>
      <pc:sldChg chg="modSp mod">
        <pc:chgData name="玉娇 师" userId="7923e8ed562d328d" providerId="LiveId" clId="{7B3844D4-7171-4CBB-8094-A702584FF23B}" dt="2024-09-02T05:40:53.914" v="11" actId="1076"/>
        <pc:sldMkLst>
          <pc:docMk/>
          <pc:sldMk cId="868676325" sldId="834"/>
        </pc:sldMkLst>
      </pc:sldChg>
      <pc:sldChg chg="modSp mod">
        <pc:chgData name="玉娇 师" userId="7923e8ed562d328d" providerId="LiveId" clId="{7B3844D4-7171-4CBB-8094-A702584FF23B}" dt="2024-09-02T05:40:19.940" v="4" actId="1076"/>
        <pc:sldMkLst>
          <pc:docMk/>
          <pc:sldMk cId="3678373803" sldId="924"/>
        </pc:sldMkLst>
      </pc:sldChg>
      <pc:sldChg chg="modSp mod">
        <pc:chgData name="玉娇 师" userId="7923e8ed562d328d" providerId="LiveId" clId="{7B3844D4-7171-4CBB-8094-A702584FF23B}" dt="2024-09-02T05:40:40.490" v="8" actId="1076"/>
        <pc:sldMkLst>
          <pc:docMk/>
          <pc:sldMk cId="1908148631" sldId="925"/>
        </pc:sldMkLst>
      </pc:sldChg>
      <pc:sldChg chg="mod modShow">
        <pc:chgData name="玉娇 师" userId="7923e8ed562d328d" providerId="LiveId" clId="{7B3844D4-7171-4CBB-8094-A702584FF23B}" dt="2024-09-02T08:12:08.989" v="29" actId="729"/>
        <pc:sldMkLst>
          <pc:docMk/>
          <pc:sldMk cId="3910340668" sldId="933"/>
        </pc:sldMkLst>
      </pc:sldChg>
      <pc:sldChg chg="mod modShow">
        <pc:chgData name="玉娇 师" userId="7923e8ed562d328d" providerId="LiveId" clId="{7B3844D4-7171-4CBB-8094-A702584FF23B}" dt="2024-09-02T08:12:21.534" v="30" actId="729"/>
        <pc:sldMkLst>
          <pc:docMk/>
          <pc:sldMk cId="3891651857" sldId="934"/>
        </pc:sldMkLst>
      </pc:sldChg>
      <pc:sldChg chg="mod modShow">
        <pc:chgData name="玉娇 师" userId="7923e8ed562d328d" providerId="LiveId" clId="{7B3844D4-7171-4CBB-8094-A702584FF23B}" dt="2024-09-02T08:12:24.653" v="31" actId="729"/>
        <pc:sldMkLst>
          <pc:docMk/>
          <pc:sldMk cId="3519631075" sldId="936"/>
        </pc:sldMkLst>
      </pc:sldChg>
      <pc:sldChg chg="mod modShow">
        <pc:chgData name="玉娇 师" userId="7923e8ed562d328d" providerId="LiveId" clId="{7B3844D4-7171-4CBB-8094-A702584FF23B}" dt="2024-09-02T08:12:27.598" v="32" actId="729"/>
        <pc:sldMkLst>
          <pc:docMk/>
          <pc:sldMk cId="291455053" sldId="937"/>
        </pc:sldMkLst>
      </pc:sldChg>
      <pc:sldChg chg="mod modShow">
        <pc:chgData name="玉娇 师" userId="7923e8ed562d328d" providerId="LiveId" clId="{7B3844D4-7171-4CBB-8094-A702584FF23B}" dt="2024-09-02T08:12:30.616" v="33" actId="729"/>
        <pc:sldMkLst>
          <pc:docMk/>
          <pc:sldMk cId="1920035594" sldId="938"/>
        </pc:sldMkLst>
      </pc:sldChg>
      <pc:sldChg chg="modSp mod">
        <pc:chgData name="玉娇 师" userId="7923e8ed562d328d" providerId="LiveId" clId="{7B3844D4-7171-4CBB-8094-A702584FF23B}" dt="2024-09-02T07:37:12.574" v="19" actId="1076"/>
        <pc:sldMkLst>
          <pc:docMk/>
          <pc:sldMk cId="912034831" sldId="940"/>
        </pc:sldMkLst>
      </pc:sldChg>
      <pc:sldChg chg="modSp mod">
        <pc:chgData name="玉娇 师" userId="7923e8ed562d328d" providerId="LiveId" clId="{7B3844D4-7171-4CBB-8094-A702584FF23B}" dt="2024-09-02T07:37:44.704" v="21" actId="1076"/>
        <pc:sldMkLst>
          <pc:docMk/>
          <pc:sldMk cId="3258599702" sldId="941"/>
        </pc:sldMkLst>
      </pc:sldChg>
      <pc:sldChg chg="modSp mod">
        <pc:chgData name="玉娇 师" userId="7923e8ed562d328d" providerId="LiveId" clId="{7B3844D4-7171-4CBB-8094-A702584FF23B}" dt="2024-09-02T07:38:58.485" v="23" actId="1076"/>
        <pc:sldMkLst>
          <pc:docMk/>
          <pc:sldMk cId="614200745" sldId="942"/>
        </pc:sldMkLst>
      </pc:sldChg>
      <pc:sldChg chg="addSp delSp modSp mod">
        <pc:chgData name="玉娇 师" userId="7923e8ed562d328d" providerId="LiveId" clId="{7B3844D4-7171-4CBB-8094-A702584FF23B}" dt="2024-09-02T07:31:45.161" v="16" actId="1076"/>
        <pc:sldMkLst>
          <pc:docMk/>
          <pc:sldMk cId="3456359686" sldId="954"/>
        </pc:sldMkLst>
      </pc:sldChg>
      <pc:sldChg chg="modSp">
        <pc:chgData name="玉娇 师" userId="7923e8ed562d328d" providerId="LiveId" clId="{7B3844D4-7171-4CBB-8094-A702584FF23B}" dt="2024-09-02T05:41:58.167" v="12" actId="1076"/>
        <pc:sldMkLst>
          <pc:docMk/>
          <pc:sldMk cId="3601690345" sldId="955"/>
        </pc:sldMkLst>
      </pc:sldChg>
      <pc:sldChg chg="delSp mod">
        <pc:chgData name="玉娇 师" userId="7923e8ed562d328d" providerId="LiveId" clId="{7B3844D4-7171-4CBB-8094-A702584FF23B}" dt="2024-09-02T05:42:18.630" v="13" actId="478"/>
        <pc:sldMkLst>
          <pc:docMk/>
          <pc:sldMk cId="644101520" sldId="957"/>
        </pc:sldMkLst>
      </pc:sldChg>
      <pc:sldChg chg="delSp mod">
        <pc:chgData name="玉娇 师" userId="7923e8ed562d328d" providerId="LiveId" clId="{7B3844D4-7171-4CBB-8094-A702584FF23B}" dt="2024-09-02T07:33:30.678" v="17" actId="478"/>
        <pc:sldMkLst>
          <pc:docMk/>
          <pc:sldMk cId="1554295950" sldId="958"/>
        </pc:sldMkLst>
      </pc:sldChg>
      <pc:sldChg chg="delSp mod">
        <pc:chgData name="玉娇 师" userId="7923e8ed562d328d" providerId="LiveId" clId="{7B3844D4-7171-4CBB-8094-A702584FF23B}" dt="2024-09-02T07:33:49.023" v="18" actId="478"/>
        <pc:sldMkLst>
          <pc:docMk/>
          <pc:sldMk cId="2990680833" sldId="959"/>
        </pc:sldMkLst>
      </pc:sldChg>
      <pc:sldChg chg="modSp mod">
        <pc:chgData name="玉娇 师" userId="7923e8ed562d328d" providerId="LiveId" clId="{7B3844D4-7171-4CBB-8094-A702584FF23B}" dt="2024-09-02T08:53:04.720" v="46" actId="20577"/>
        <pc:sldMkLst>
          <pc:docMk/>
          <pc:sldMk cId="3377234284" sldId="967"/>
        </pc:sldMkLst>
      </pc:sldChg>
      <pc:sldChg chg="mod modShow">
        <pc:chgData name="玉娇 师" userId="7923e8ed562d328d" providerId="LiveId" clId="{7B3844D4-7171-4CBB-8094-A702584FF23B}" dt="2024-09-02T08:41:35.344" v="41" actId="729"/>
        <pc:sldMkLst>
          <pc:docMk/>
          <pc:sldMk cId="3733063190" sldId="1104"/>
        </pc:sldMkLst>
      </pc:sldChg>
      <pc:sldChg chg="ord">
        <pc:chgData name="玉娇 师" userId="7923e8ed562d328d" providerId="LiveId" clId="{7B3844D4-7171-4CBB-8094-A702584FF23B}" dt="2024-09-02T08:41:43.083" v="43"/>
        <pc:sldMkLst>
          <pc:docMk/>
          <pc:sldMk cId="2396916577" sldId="1106"/>
        </pc:sldMkLst>
      </pc:sldChg>
      <pc:sldChg chg="ord">
        <pc:chgData name="玉娇 师" userId="7923e8ed562d328d" providerId="LiveId" clId="{7B3844D4-7171-4CBB-8094-A702584FF23B}" dt="2024-09-02T08:42:13.148" v="45"/>
        <pc:sldMkLst>
          <pc:docMk/>
          <pc:sldMk cId="759431214" sldId="1107"/>
        </pc:sldMkLst>
      </pc:sldChg>
      <pc:sldChg chg="delSp mod">
        <pc:chgData name="玉娇 师" userId="7923e8ed562d328d" providerId="LiveId" clId="{7B3844D4-7171-4CBB-8094-A702584FF23B}" dt="2024-09-02T07:54:44.755" v="24" actId="478"/>
        <pc:sldMkLst>
          <pc:docMk/>
          <pc:sldMk cId="3102073073" sldId="1116"/>
        </pc:sldMkLst>
      </pc:sldChg>
      <pc:sldChg chg="delSp mod">
        <pc:chgData name="玉娇 师" userId="7923e8ed562d328d" providerId="LiveId" clId="{7B3844D4-7171-4CBB-8094-A702584FF23B}" dt="2024-09-02T08:02:19.168" v="27" actId="478"/>
        <pc:sldMkLst>
          <pc:docMk/>
          <pc:sldMk cId="3810297616" sldId="1117"/>
        </pc:sldMkLst>
      </pc:sldChg>
      <pc:sldChg chg="delSp mod">
        <pc:chgData name="玉娇 师" userId="7923e8ed562d328d" providerId="LiveId" clId="{7B3844D4-7171-4CBB-8094-A702584FF23B}" dt="2024-09-02T08:09:40.014" v="28" actId="478"/>
        <pc:sldMkLst>
          <pc:docMk/>
          <pc:sldMk cId="1799299038" sldId="1118"/>
        </pc:sldMkLst>
      </pc:sldChg>
      <pc:sldChg chg="mod modShow">
        <pc:chgData name="玉娇 师" userId="7923e8ed562d328d" providerId="LiveId" clId="{7B3844D4-7171-4CBB-8094-A702584FF23B}" dt="2024-09-02T08:12:33.008" v="34" actId="729"/>
        <pc:sldMkLst>
          <pc:docMk/>
          <pc:sldMk cId="3884730185" sldId="1123"/>
        </pc:sldMkLst>
      </pc:sldChg>
      <pc:sldChg chg="mod modShow">
        <pc:chgData name="玉娇 师" userId="7923e8ed562d328d" providerId="LiveId" clId="{7B3844D4-7171-4CBB-8094-A702584FF23B}" dt="2024-09-02T08:12:35.584" v="35" actId="729"/>
        <pc:sldMkLst>
          <pc:docMk/>
          <pc:sldMk cId="699562136" sldId="1124"/>
        </pc:sldMkLst>
      </pc:sldChg>
      <pc:sldChg chg="mod modShow">
        <pc:chgData name="玉娇 师" userId="7923e8ed562d328d" providerId="LiveId" clId="{7B3844D4-7171-4CBB-8094-A702584FF23B}" dt="2024-09-02T08:12:38.831" v="36" actId="729"/>
        <pc:sldMkLst>
          <pc:docMk/>
          <pc:sldMk cId="692591678" sldId="1125"/>
        </pc:sldMkLst>
      </pc:sldChg>
      <pc:sldChg chg="mod modShow">
        <pc:chgData name="玉娇 师" userId="7923e8ed562d328d" providerId="LiveId" clId="{7B3844D4-7171-4CBB-8094-A702584FF23B}" dt="2024-09-02T08:12:41.077" v="37" actId="729"/>
        <pc:sldMkLst>
          <pc:docMk/>
          <pc:sldMk cId="2734379156" sldId="1126"/>
        </pc:sldMkLst>
      </pc:sldChg>
      <pc:sldChg chg="mod modShow">
        <pc:chgData name="玉娇 师" userId="7923e8ed562d328d" providerId="LiveId" clId="{7B3844D4-7171-4CBB-8094-A702584FF23B}" dt="2024-09-02T08:12:43.741" v="38" actId="729"/>
        <pc:sldMkLst>
          <pc:docMk/>
          <pc:sldMk cId="1744569619" sldId="1127"/>
        </pc:sldMkLst>
      </pc:sldChg>
      <pc:sldChg chg="mod modShow">
        <pc:chgData name="玉娇 师" userId="7923e8ed562d328d" providerId="LiveId" clId="{7B3844D4-7171-4CBB-8094-A702584FF23B}" dt="2024-09-02T08:12:45.895" v="39" actId="729"/>
        <pc:sldMkLst>
          <pc:docMk/>
          <pc:sldMk cId="832767610" sldId="1128"/>
        </pc:sldMkLst>
      </pc:sldChg>
      <pc:sldChg chg="mod modShow">
        <pc:chgData name="玉娇 师" userId="7923e8ed562d328d" providerId="LiveId" clId="{7B3844D4-7171-4CBB-8094-A702584FF23B}" dt="2024-09-02T08:12:48.170" v="40" actId="729"/>
        <pc:sldMkLst>
          <pc:docMk/>
          <pc:sldMk cId="71781879" sldId="1129"/>
        </pc:sldMkLst>
      </pc:sldChg>
      <pc:sldChg chg="modSp mod">
        <pc:chgData name="玉娇 师" userId="7923e8ed562d328d" providerId="LiveId" clId="{7B3844D4-7171-4CBB-8094-A702584FF23B}" dt="2024-09-02T08:02:02.649" v="26" actId="20577"/>
        <pc:sldMkLst>
          <pc:docMk/>
          <pc:sldMk cId="990855526" sldId="1130"/>
        </pc:sldMkLst>
      </pc:sldChg>
      <pc:sldMasterChg chg="delSldLayout">
        <pc:chgData name="玉娇 师" userId="7923e8ed562d328d" providerId="LiveId" clId="{7B3844D4-7171-4CBB-8094-A702584FF23B}" dt="2024-09-02T05:38:50.666" v="0" actId="47"/>
        <pc:sldMasterMkLst>
          <pc:docMk/>
          <pc:sldMasterMk cId="1073689405" sldId="2147483662"/>
        </pc:sldMasterMkLst>
        <pc:sldLayoutChg chg="del">
          <pc:chgData name="玉娇 师" userId="7923e8ed562d328d" providerId="LiveId" clId="{7B3844D4-7171-4CBB-8094-A702584FF23B}" dt="2024-09-02T05:38:50.666" v="0" actId="47"/>
          <pc:sldLayoutMkLst>
            <pc:docMk/>
            <pc:sldMasterMk cId="1073689405" sldId="2147483662"/>
            <pc:sldLayoutMk cId="3803763277" sldId="2147483666"/>
          </pc:sldLayoutMkLst>
        </pc:sldLayoutChg>
      </pc:sldMasterChg>
    </pc:docChg>
  </pc:docChgLst>
  <pc:docChgLst>
    <pc:chgData name="玉娇 师" userId="7923e8ed562d328d" providerId="LiveId" clId="{12ED10E0-2867-46FA-A0C6-587E31A0162F}"/>
    <pc:docChg chg="modSld">
      <pc:chgData name="玉娇 师" userId="7923e8ed562d328d" providerId="LiveId" clId="{12ED10E0-2867-46FA-A0C6-587E31A0162F}" dt="2024-09-20T01:08:44.780" v="10" actId="729"/>
      <pc:docMkLst>
        <pc:docMk/>
      </pc:docMkLst>
      <pc:sldChg chg="mod modShow">
        <pc:chgData name="玉娇 师" userId="7923e8ed562d328d" providerId="LiveId" clId="{12ED10E0-2867-46FA-A0C6-587E31A0162F}" dt="2024-09-20T01:08:44.780" v="10" actId="729"/>
        <pc:sldMkLst>
          <pc:docMk/>
          <pc:sldMk cId="912034831" sldId="940"/>
        </pc:sldMkLst>
      </pc:sldChg>
      <pc:sldChg chg="mod modShow">
        <pc:chgData name="玉娇 师" userId="7923e8ed562d328d" providerId="LiveId" clId="{12ED10E0-2867-46FA-A0C6-587E31A0162F}" dt="2024-09-20T01:03:22.948" v="0" actId="729"/>
        <pc:sldMkLst>
          <pc:docMk/>
          <pc:sldMk cId="1123839641" sldId="1015"/>
        </pc:sldMkLst>
      </pc:sldChg>
      <pc:sldChg chg="mod modShow">
        <pc:chgData name="玉娇 师" userId="7923e8ed562d328d" providerId="LiveId" clId="{12ED10E0-2867-46FA-A0C6-587E31A0162F}" dt="2024-09-20T01:03:35.782" v="1" actId="729"/>
        <pc:sldMkLst>
          <pc:docMk/>
          <pc:sldMk cId="3624726309" sldId="1016"/>
        </pc:sldMkLst>
      </pc:sldChg>
      <pc:sldChg chg="mod modShow">
        <pc:chgData name="玉娇 师" userId="7923e8ed562d328d" providerId="LiveId" clId="{12ED10E0-2867-46FA-A0C6-587E31A0162F}" dt="2024-09-20T01:03:43.978" v="2" actId="729"/>
        <pc:sldMkLst>
          <pc:docMk/>
          <pc:sldMk cId="696096370" sldId="1017"/>
        </pc:sldMkLst>
      </pc:sldChg>
      <pc:sldChg chg="mod modShow">
        <pc:chgData name="玉娇 师" userId="7923e8ed562d328d" providerId="LiveId" clId="{12ED10E0-2867-46FA-A0C6-587E31A0162F}" dt="2024-09-20T01:04:05.599" v="3" actId="729"/>
        <pc:sldMkLst>
          <pc:docMk/>
          <pc:sldMk cId="1511082829" sldId="1018"/>
        </pc:sldMkLst>
      </pc:sldChg>
      <pc:sldChg chg="mod modShow">
        <pc:chgData name="玉娇 师" userId="7923e8ed562d328d" providerId="LiveId" clId="{12ED10E0-2867-46FA-A0C6-587E31A0162F}" dt="2024-09-20T01:04:08.504" v="4" actId="729"/>
        <pc:sldMkLst>
          <pc:docMk/>
          <pc:sldMk cId="293621885" sldId="1019"/>
        </pc:sldMkLst>
      </pc:sldChg>
      <pc:sldChg chg="mod modShow">
        <pc:chgData name="玉娇 师" userId="7923e8ed562d328d" providerId="LiveId" clId="{12ED10E0-2867-46FA-A0C6-587E31A0162F}" dt="2024-09-20T01:04:14.261" v="6" actId="729"/>
        <pc:sldMkLst>
          <pc:docMk/>
          <pc:sldMk cId="2652581231" sldId="1020"/>
        </pc:sldMkLst>
      </pc:sldChg>
      <pc:sldChg chg="mod modShow">
        <pc:chgData name="玉娇 师" userId="7923e8ed562d328d" providerId="LiveId" clId="{12ED10E0-2867-46FA-A0C6-587E31A0162F}" dt="2024-09-20T01:04:30.418" v="7" actId="729"/>
        <pc:sldMkLst>
          <pc:docMk/>
          <pc:sldMk cId="731897647" sldId="1024"/>
        </pc:sldMkLst>
      </pc:sldChg>
      <pc:sldChg chg="mod modShow">
        <pc:chgData name="玉娇 师" userId="7923e8ed562d328d" providerId="LiveId" clId="{12ED10E0-2867-46FA-A0C6-587E31A0162F}" dt="2024-09-20T01:04:33.297" v="8" actId="729"/>
        <pc:sldMkLst>
          <pc:docMk/>
          <pc:sldMk cId="1190879928" sldId="1025"/>
        </pc:sldMkLst>
      </pc:sldChg>
      <pc:sldChg chg="mod modShow">
        <pc:chgData name="玉娇 师" userId="7923e8ed562d328d" providerId="LiveId" clId="{12ED10E0-2867-46FA-A0C6-587E31A0162F}" dt="2024-09-20T01:04:44.848" v="9" actId="729"/>
        <pc:sldMkLst>
          <pc:docMk/>
          <pc:sldMk cId="163651610" sldId="102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AE2401-7916-4692-AD15-B2B3C1875AF0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194D8F-3B53-4CDA-935A-1053DD01C4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127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6" name="Shape 12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rPr dirty="0" err="1"/>
              <a:t>测试集的主要目的是正确评估分类器的性能</a:t>
            </a:r>
            <a:endParaRPr dirty="0"/>
          </a:p>
          <a:p>
            <a:pPr>
              <a:defRPr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endParaRPr dirty="0"/>
          </a:p>
          <a:p>
            <a:pPr>
              <a:defRPr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rPr dirty="0" err="1"/>
              <a:t>所以，当数据集足够大的时候，我们不需要保证test</a:t>
            </a:r>
            <a:r>
              <a:rPr dirty="0"/>
              <a:t> images 永远占比20% 或 30%</a:t>
            </a:r>
          </a:p>
          <a:p>
            <a:pPr>
              <a:defRPr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endParaRPr dirty="0"/>
          </a:p>
          <a:p>
            <a:pPr>
              <a:defRPr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rPr dirty="0"/>
              <a:t>In some scenarios, \</a:t>
            </a:r>
            <a:r>
              <a:rPr dirty="0" err="1"/>
              <a:t>eg</a:t>
            </a:r>
            <a:r>
              <a:rPr dirty="0"/>
              <a:t>, evaluate a single-class classifier, 1000 images should be enough. </a:t>
            </a:r>
          </a:p>
          <a:p>
            <a:pPr>
              <a:defRPr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endParaRPr dirty="0"/>
          </a:p>
          <a:p>
            <a:pPr>
              <a:defRPr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rPr dirty="0" err="1"/>
              <a:t>验证集和测试集需要来自同一分布。理想情况下，train</a:t>
            </a:r>
            <a:r>
              <a:rPr dirty="0"/>
              <a:t> </a:t>
            </a:r>
            <a:r>
              <a:rPr dirty="0" err="1"/>
              <a:t>val</a:t>
            </a:r>
            <a:r>
              <a:rPr dirty="0"/>
              <a:t> test </a:t>
            </a:r>
            <a:r>
              <a:rPr dirty="0" err="1"/>
              <a:t>set需要都是来自同一分布的</a:t>
            </a:r>
            <a:endParaRPr dirty="0"/>
          </a:p>
          <a:p>
            <a:pPr>
              <a:defRPr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endParaRPr dirty="0"/>
          </a:p>
          <a:p>
            <a:pPr>
              <a:defRPr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rPr dirty="0"/>
              <a:t>就算没有测试集也不要紧，测试集的目的是对最终所选定的神经网络系统做出无偏估计，如果不需要无偏估计，也可以不设置测试集。所以如果只有验证集，没有测试集，我们要做的就是，在训练集上训练，尝试不同的模型框架，在验证集上评估这些模型，然后迭代并选出适用的模型。因为验证集中已经涵盖测试集数据，其不再提供无偏性能评估。当然，如果你不需要无偏估计，那就再好不过了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4" name="Shape 13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假设这就是数据集，如果给这个数据集拟合一条直线，可能得到一个逻辑回归拟合，但它并不能很好地拟合该数据，这是高偏差（</a:t>
            </a:r>
            <a:r>
              <a:rPr b="1"/>
              <a:t>high bias</a:t>
            </a:r>
            <a:r>
              <a:t>）的情况，我们称为“欠拟合”（</a:t>
            </a:r>
            <a:r>
              <a:rPr b="1"/>
              <a:t>underfitting</a:t>
            </a:r>
            <a:r>
              <a:t>）。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2" name="Shape 14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假设这就是数据集，如果给这个数据集拟合一条直线，可能得到一个逻辑回归拟合，但它并不能很好地拟合该数据，这是高偏差（</a:t>
            </a:r>
            <a:r>
              <a:rPr b="1"/>
              <a:t>high bias</a:t>
            </a:r>
            <a:r>
              <a:t>）的情况，我们称为“欠拟合”（</a:t>
            </a:r>
            <a:r>
              <a:rPr b="1"/>
              <a:t>underfitting</a:t>
            </a:r>
            <a:r>
              <a:t>）。</a:t>
            </a:r>
          </a:p>
          <a:p>
            <a:pPr>
              <a:defRPr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endParaRPr/>
          </a:p>
          <a:p>
            <a:pPr>
              <a:defRPr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endParaRPr/>
          </a:p>
          <a:p>
            <a:pPr>
              <a:defRPr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相反的如果我们拟合一个非常复杂的分类器，比如深度神经网络或含有隐藏单元的神经网络，可能就非常适用于这个数据集，但是这看起来也不是一种很好的拟合方式分类器方差较高（</a:t>
            </a:r>
            <a:r>
              <a:rPr b="1"/>
              <a:t>high variance</a:t>
            </a:r>
            <a:r>
              <a:t>），数据过度拟合（</a:t>
            </a:r>
            <a:r>
              <a:rPr b="1"/>
              <a:t>overfitting</a:t>
            </a:r>
            <a:r>
              <a:t>）。</a:t>
            </a:r>
          </a:p>
          <a:p>
            <a:pPr>
              <a:defRPr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endParaRPr/>
          </a:p>
          <a:p>
            <a:pPr>
              <a:defRPr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在两者之间，可能还有一些像图中这样的，复杂程度适中，数据拟合适度的分类器，这个数据拟合看起来更加合理，我们称之为“适度拟合”（</a:t>
            </a:r>
            <a:r>
              <a:rPr b="1"/>
              <a:t>just right</a:t>
            </a:r>
            <a:r>
              <a:t>）是介于过度拟合和欠拟合中间的一类。</a:t>
            </a:r>
          </a:p>
          <a:p>
            <a:pPr>
              <a:defRPr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Bigger network : more layers or neurons</a:t>
            </a:r>
          </a:p>
          <a:p>
            <a:r>
              <a:rPr lang="en-US" altLang="zh-CN" dirty="0"/>
              <a:t>Longer training time: not necessarily work, but it won’t hurt</a:t>
            </a:r>
          </a:p>
          <a:p>
            <a:r>
              <a:rPr lang="en-US" altLang="zh-CN" dirty="0"/>
              <a:t>Or more advanced </a:t>
            </a:r>
            <a:r>
              <a:rPr lang="en-US" altLang="zh-CN" dirty="0" err="1"/>
              <a:t>optimiter</a:t>
            </a:r>
            <a:r>
              <a:rPr lang="en-US" altLang="zh-CN" dirty="0"/>
              <a:t>, learning rate, other hyperparameter, etc. 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 bigger network generally can fit better in the training data. If the image quality is low, algorithms may not be able to fit the </a:t>
            </a:r>
            <a:r>
              <a:rPr lang="en-US" altLang="zh-CN" dirty="0" err="1"/>
              <a:t>traing</a:t>
            </a:r>
            <a:r>
              <a:rPr lang="en-US" altLang="zh-CN" dirty="0"/>
              <a:t> </a:t>
            </a:r>
            <a:r>
              <a:rPr lang="en-US" altLang="zh-CN" dirty="0" err="1"/>
              <a:t>dat</a:t>
            </a:r>
            <a:endParaRPr lang="en-US" altLang="zh-CN" dirty="0"/>
          </a:p>
          <a:p>
            <a:r>
              <a:rPr lang="zh-CN" altLang="en-US" dirty="0"/>
              <a:t>如果你以人的角度读看这个任务，认为误差应该不会那么高，那么通常情况下大一点儿的网络应该会</a:t>
            </a:r>
            <a:r>
              <a:rPr lang="en-US" altLang="zh-CN" dirty="0"/>
              <a:t>work</a:t>
            </a:r>
            <a:r>
              <a:rPr lang="zh-CN" altLang="en-US" dirty="0"/>
              <a:t>，至少可以拟合训练集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一旦偏差降到了一个可以接受的范围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58F31-EE3C-4900-ABB9-C90823B3BB4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862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855D0F66-9A17-43BA-875B-A5010FB76231}" type="slidenum">
              <a:rPr lang="zh-CN" altLang="en-GB" smtClean="0"/>
              <a:pPr/>
              <a:t>19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842007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855D0F66-9A17-43BA-875B-A5010FB76231}" type="slidenum">
              <a:rPr lang="zh-CN" altLang="en-GB" smtClean="0"/>
              <a:pPr/>
              <a:t>20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3421734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855D0F66-9A17-43BA-875B-A5010FB76231}" type="slidenum">
              <a:rPr lang="zh-CN" altLang="en-GB" smtClean="0"/>
              <a:pPr/>
              <a:t>33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8639247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855D0F66-9A17-43BA-875B-A5010FB76231}" type="slidenum">
              <a:rPr lang="zh-CN" altLang="en-GB" smtClean="0"/>
              <a:pPr/>
              <a:t>45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6129266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855D0F66-9A17-43BA-875B-A5010FB76231}" type="slidenum">
              <a:rPr lang="zh-CN" altLang="en-GB" smtClean="0"/>
              <a:pPr/>
              <a:t>51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495060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Increase the batch size by N, increase the initial learning rate by 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94D8F-3B53-4CDA-935A-1053DD01C412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0786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855D0F66-9A17-43BA-875B-A5010FB76231}" type="slidenum">
              <a:rPr lang="zh-CN" altLang="en-GB" smtClean="0"/>
              <a:pPr/>
              <a:t>56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3626076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Internal covariate shift </a:t>
            </a:r>
            <a:r>
              <a:rPr lang="en-US" altLang="zh-CN" dirty="0">
                <a:sym typeface="Wingdings" panose="05000000000000000000" pitchFamily="2" charset="2"/>
              </a:rPr>
              <a:t> improve optimization</a:t>
            </a:r>
          </a:p>
          <a:p>
            <a:endParaRPr lang="en-US" altLang="zh-CN" dirty="0">
              <a:sym typeface="Wingdings" panose="05000000000000000000" pitchFamily="2" charset="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855D0F66-9A17-43BA-875B-A5010FB76231}" type="slidenum">
              <a:rPr lang="zh-CN" altLang="en-GB" smtClean="0"/>
              <a:pPr/>
              <a:t>58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3377207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Depends on minibatch, cannot do this at test-time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855D0F66-9A17-43BA-875B-A5010FB76231}" type="slidenum">
              <a:rPr lang="zh-CN" altLang="en-GB" smtClean="0"/>
              <a:pPr/>
              <a:t>60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33444820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5347D-A9CE-3576-DCB8-AE2F94025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0D7406-3AF1-F037-9500-A1B2B837A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7AFB2B-4DDC-FD28-6D98-A8F743343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37487-33DB-3786-8C70-CC7F2DB7622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855D0F66-9A17-43BA-875B-A5010FB76231}" type="slidenum">
              <a:rPr lang="zh-CN" altLang="en-GB" smtClean="0"/>
              <a:pPr/>
              <a:t>70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6299749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855D0F66-9A17-43BA-875B-A5010FB76231}" type="slidenum">
              <a:rPr lang="zh-CN" altLang="en-GB" smtClean="0"/>
              <a:pPr/>
              <a:t>73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5579763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855D0F66-9A17-43BA-875B-A5010FB76231}" type="slidenum">
              <a:rPr lang="zh-CN" altLang="en-GB" smtClean="0"/>
              <a:pPr/>
              <a:t>79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6020983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855D0F66-9A17-43BA-875B-A5010FB76231}" type="slidenum">
              <a:rPr lang="zh-CN" altLang="en-GB" smtClean="0"/>
              <a:pPr/>
              <a:t>86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4594972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855D0F66-9A17-43BA-875B-A5010FB76231}" type="slidenum">
              <a:rPr lang="zh-CN" altLang="en-GB" smtClean="0"/>
              <a:pPr/>
              <a:t>101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831721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0DE9B-CF39-4EF3-878E-D59A553903E0}" type="datetime1">
              <a:rPr lang="en-US" altLang="en-US" smtClean="0"/>
              <a:t>4/9/2025</a:t>
            </a:fld>
            <a:endParaRPr lang="en-GB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A0B358-CBEE-4C6D-B12F-81850F6C5A0B}" type="slidenum">
              <a:rPr lang="zh-CN" altLang="en-GB"/>
              <a:pPr/>
              <a:t>‹#›</a:t>
            </a:fld>
            <a:endParaRPr lang="en-GB" altLang="zh-CN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065A3375-D490-707D-9050-0D926DAF9A21}"/>
              </a:ext>
            </a:extLst>
          </p:cNvPr>
          <p:cNvSpPr>
            <a:spLocks noGrp="1" noChangeArrowheads="1"/>
          </p:cNvSpPr>
          <p:nvPr>
            <p:ph type="ftr" idx="13"/>
          </p:nvPr>
        </p:nvSpPr>
        <p:spPr bwMode="auto">
          <a:xfrm>
            <a:off x="3650215" y="6248405"/>
            <a:ext cx="4891575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Arial Unicode MS" charset="0"/>
              </a:defRPr>
            </a:lvl1pPr>
          </a:lstStyle>
          <a:p>
            <a:pPr>
              <a:defRPr/>
            </a:pPr>
            <a:r>
              <a:rPr lang="en-US" altLang="zh-CN"/>
              <a:t>CS290U Project Practice for Deep Learning </a:t>
            </a:r>
            <a:endParaRPr lang="en-GB" altLang="zh-CN" dirty="0"/>
          </a:p>
        </p:txBody>
      </p:sp>
    </p:spTree>
    <p:extLst>
      <p:ext uri="{BB962C8B-B14F-4D97-AF65-F5344CB8AC3E}">
        <p14:creationId xmlns:p14="http://schemas.microsoft.com/office/powerpoint/2010/main" val="762757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CS290U Project Practice for Deep Learning </a:t>
            </a:r>
            <a:endParaRPr lang="en-GB" altLang="zh-C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0B8120-D4AB-4502-8D94-AD87B256BE50}" type="slidenum">
              <a:rPr lang="zh-CN" altLang="en-GB"/>
              <a:pPr/>
              <a:t>‹#›</a:t>
            </a:fld>
            <a:endParaRPr lang="en-GB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273461-B560-4932-B234-F4CFFC8071F4}" type="datetime1">
              <a:rPr lang="en-US" altLang="en-US" smtClean="0"/>
              <a:t>4/9/2025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3196423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ftr" idx="10"/>
          </p:nvPr>
        </p:nvSpPr>
        <p:spPr>
          <a:xfrm>
            <a:off x="3851664" y="6248405"/>
            <a:ext cx="5494097" cy="455613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CS290U Project Practice for Deep Learning </a:t>
            </a:r>
            <a:endParaRPr lang="en-GB" altLang="zh-C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112360-2B12-4113-A327-A2984A98F1DB}" type="slidenum">
              <a:rPr lang="zh-CN" altLang="en-GB"/>
              <a:pPr/>
              <a:t>‹#›</a:t>
            </a:fld>
            <a:endParaRPr lang="en-GB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C8FE06-0FF1-4CCA-A350-732D8BBB2C90}" type="datetime1">
              <a:rPr lang="en-US" altLang="en-US" smtClean="0"/>
              <a:t>4/9/2025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724981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38F1B5-4B64-4490-9577-8D764668670B}" type="slidenum">
              <a:rPr lang="zh-CN" altLang="en-GB"/>
              <a:pPr/>
              <a:t>‹#›</a:t>
            </a:fld>
            <a:endParaRPr lang="en-GB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50F094-A31E-4170-BE83-550718374105}" type="datetime1">
              <a:rPr lang="en-US" altLang="en-US" smtClean="0"/>
              <a:t>4/9/2025</a:t>
            </a:fld>
            <a:endParaRPr lang="en-GB" altLang="zh-CN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A395EAE-529F-1AC1-70D9-98408417EAB4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xfrm>
            <a:off x="3851664" y="6248405"/>
            <a:ext cx="5494097" cy="455613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CS290U Project Practice for Deep Learning </a:t>
            </a:r>
            <a:endParaRPr lang="en-GB" altLang="zh-CN" dirty="0"/>
          </a:p>
        </p:txBody>
      </p:sp>
    </p:spTree>
    <p:extLst>
      <p:ext uri="{BB962C8B-B14F-4D97-AF65-F5344CB8AC3E}">
        <p14:creationId xmlns:p14="http://schemas.microsoft.com/office/powerpoint/2010/main" val="3120073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emf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1"/>
          <p:cNvGrpSpPr>
            <a:grpSpLocks/>
          </p:cNvGrpSpPr>
          <p:nvPr/>
        </p:nvGrpSpPr>
        <p:grpSpPr bwMode="auto">
          <a:xfrm>
            <a:off x="3" y="5"/>
            <a:ext cx="12189884" cy="6856413"/>
            <a:chOff x="0" y="0"/>
            <a:chExt cx="5759" cy="4319"/>
          </a:xfrm>
        </p:grpSpPr>
        <p:sp>
          <p:nvSpPr>
            <p:cNvPr id="2" name="Rectangle 2"/>
            <p:cNvSpPr>
              <a:spLocks noChangeArrowheads="1"/>
            </p:cNvSpPr>
            <p:nvPr/>
          </p:nvSpPr>
          <p:spPr bwMode="auto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CCCCE6"/>
                </a:gs>
              </a:gsLst>
              <a:lin ang="108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charset="0"/>
                <a:buNone/>
                <a:defRPr/>
              </a:pPr>
              <a:endParaRPr lang="en-US" sz="1800">
                <a:latin typeface="Arial" charset="0"/>
                <a:ea typeface="宋体" charset="-122"/>
              </a:endParaRPr>
            </a:p>
          </p:txBody>
        </p:sp>
        <p:sp>
          <p:nvSpPr>
            <p:cNvPr id="2051" name="Rectangle 3"/>
            <p:cNvSpPr>
              <a:spLocks noChangeArrowheads="1"/>
            </p:cNvSpPr>
            <p:nvPr/>
          </p:nvSpPr>
          <p:spPr bwMode="auto">
            <a:xfrm>
              <a:off x="1081" y="1065"/>
              <a:ext cx="4679" cy="1596"/>
            </a:xfrm>
            <a:prstGeom prst="rect">
              <a:avLst/>
            </a:prstGeom>
            <a:solidFill>
              <a:srgbClr val="00007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charset="0"/>
                <a:buNone/>
                <a:defRPr/>
              </a:pPr>
              <a:endParaRPr lang="en-US" sz="1800">
                <a:latin typeface="Arial" charset="0"/>
                <a:ea typeface="宋体" charset="-122"/>
              </a:endParaRPr>
            </a:p>
          </p:txBody>
        </p:sp>
        <p:grpSp>
          <p:nvGrpSpPr>
            <p:cNvPr id="13322" name="Group 4"/>
            <p:cNvGrpSpPr>
              <a:grpSpLocks/>
            </p:cNvGrpSpPr>
            <p:nvPr/>
          </p:nvGrpSpPr>
          <p:grpSpPr bwMode="auto">
            <a:xfrm>
              <a:off x="0" y="672"/>
              <a:ext cx="1805" cy="1988"/>
              <a:chOff x="0" y="672"/>
              <a:chExt cx="1805" cy="1988"/>
            </a:xfrm>
          </p:grpSpPr>
          <p:sp>
            <p:nvSpPr>
              <p:cNvPr id="2053" name="Rectangle 5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rgbClr val="9999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Arial" charset="0"/>
                  <a:buNone/>
                  <a:defRPr/>
                </a:pPr>
                <a:endParaRPr lang="en-US" sz="1800">
                  <a:latin typeface="Arial" charset="0"/>
                  <a:ea typeface="宋体" charset="-122"/>
                </a:endParaRPr>
              </a:p>
            </p:txBody>
          </p:sp>
          <p:sp>
            <p:nvSpPr>
              <p:cNvPr id="2054" name="Rectangle 6"/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rgbClr val="CCCCE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Arial" charset="0"/>
                  <a:buNone/>
                  <a:defRPr/>
                </a:pPr>
                <a:endParaRPr lang="en-US" sz="1800">
                  <a:latin typeface="Arial" charset="0"/>
                  <a:ea typeface="宋体" charset="-122"/>
                </a:endParaRPr>
              </a:p>
            </p:txBody>
          </p:sp>
          <p:sp>
            <p:nvSpPr>
              <p:cNvPr id="2055" name="Rectangle 7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rgbClr val="CCCCE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Arial" charset="0"/>
                  <a:buNone/>
                  <a:defRPr/>
                </a:pPr>
                <a:endParaRPr lang="en-US" sz="1800">
                  <a:latin typeface="Arial" charset="0"/>
                  <a:ea typeface="宋体" charset="-122"/>
                </a:endParaRPr>
              </a:p>
            </p:txBody>
          </p:sp>
          <p:sp>
            <p:nvSpPr>
              <p:cNvPr id="2056" name="Rectangle 8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rgbClr val="00007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Arial" charset="0"/>
                  <a:buNone/>
                  <a:defRPr/>
                </a:pPr>
                <a:endParaRPr lang="en-US" sz="1800">
                  <a:latin typeface="Arial" charset="0"/>
                  <a:ea typeface="宋体" charset="-122"/>
                </a:endParaRPr>
              </a:p>
            </p:txBody>
          </p:sp>
          <p:sp>
            <p:nvSpPr>
              <p:cNvPr id="2057" name="Rectangle 9"/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rgbClr val="9999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Arial" charset="0"/>
                  <a:buNone/>
                  <a:defRPr/>
                </a:pPr>
                <a:endParaRPr lang="en-US" sz="1800">
                  <a:latin typeface="Arial" charset="0"/>
                  <a:ea typeface="宋体" charset="-122"/>
                </a:endParaRPr>
              </a:p>
            </p:txBody>
          </p:sp>
          <p:sp>
            <p:nvSpPr>
              <p:cNvPr id="3" name="Rectangle 10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rgbClr val="CCCCE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Arial" charset="0"/>
                  <a:buNone/>
                  <a:defRPr/>
                </a:pPr>
                <a:endParaRPr lang="en-US" sz="1800">
                  <a:latin typeface="Arial" charset="0"/>
                  <a:ea typeface="宋体" charset="-122"/>
                </a:endParaRPr>
              </a:p>
            </p:txBody>
          </p:sp>
          <p:sp>
            <p:nvSpPr>
              <p:cNvPr id="2059" name="Rectangle 11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rgbClr val="00007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Arial" charset="0"/>
                  <a:buNone/>
                  <a:defRPr/>
                </a:pPr>
                <a:endParaRPr lang="en-US" sz="1800">
                  <a:latin typeface="Arial" charset="0"/>
                  <a:ea typeface="宋体" charset="-122"/>
                </a:endParaRPr>
              </a:p>
            </p:txBody>
          </p:sp>
          <p:sp>
            <p:nvSpPr>
              <p:cNvPr id="2060" name="Rectangle 12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rgbClr val="9999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Arial" charset="0"/>
                  <a:buNone/>
                  <a:defRPr/>
                </a:pPr>
                <a:endParaRPr lang="en-US" sz="1800">
                  <a:latin typeface="Arial" charset="0"/>
                  <a:ea typeface="宋体" charset="-122"/>
                </a:endParaRPr>
              </a:p>
            </p:txBody>
          </p:sp>
          <p:sp>
            <p:nvSpPr>
              <p:cNvPr id="2061" name="Rectangle 13"/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rgbClr val="CCCCE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Arial" charset="0"/>
                  <a:buNone/>
                  <a:defRPr/>
                </a:pPr>
                <a:endParaRPr lang="en-US" sz="1800">
                  <a:latin typeface="Arial" charset="0"/>
                  <a:ea typeface="宋体" charset="-122"/>
                </a:endParaRPr>
              </a:p>
            </p:txBody>
          </p:sp>
          <p:sp>
            <p:nvSpPr>
              <p:cNvPr id="2062" name="Rectangle 14"/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rgbClr val="9999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Arial" charset="0"/>
                  <a:buNone/>
                  <a:defRPr/>
                </a:pPr>
                <a:endParaRPr lang="en-US" sz="1800">
                  <a:latin typeface="Arial" charset="0"/>
                  <a:ea typeface="宋体" charset="-122"/>
                </a:endParaRPr>
              </a:p>
            </p:txBody>
          </p:sp>
        </p:grpSp>
      </p:grpSp>
      <p:sp>
        <p:nvSpPr>
          <p:cNvPr id="2063" name="Rectangle 15"/>
          <p:cNvSpPr>
            <a:spLocks noGrp="1" noChangeArrowheads="1"/>
          </p:cNvSpPr>
          <p:nvPr>
            <p:ph type="dt"/>
          </p:nvPr>
        </p:nvSpPr>
        <p:spPr bwMode="auto">
          <a:xfrm>
            <a:off x="609603" y="6248405"/>
            <a:ext cx="2842684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None/>
              <a:tabLst>
                <a:tab pos="723900" algn="l"/>
                <a:tab pos="1447800" algn="l"/>
              </a:tabLst>
              <a:defRPr sz="1200">
                <a:solidFill>
                  <a:srgbClr val="000000"/>
                </a:solidFill>
                <a:latin typeface="Times New Roman" charset="0"/>
                <a:ea typeface="Arial Unicode MS" charset="0"/>
              </a:defRPr>
            </a:lvl1pPr>
          </a:lstStyle>
          <a:p>
            <a:pPr>
              <a:defRPr/>
            </a:pPr>
            <a:fld id="{DB3E8F77-F832-4C86-B617-DE4D4738DD75}" type="datetime1">
              <a:rPr lang="en-US" altLang="en-US" smtClean="0"/>
              <a:t>4/9/2025</a:t>
            </a:fld>
            <a:endParaRPr lang="en-GB" altLang="zh-CN"/>
          </a:p>
        </p:txBody>
      </p:sp>
      <p:sp>
        <p:nvSpPr>
          <p:cNvPr id="2064" name="Rectangle 16"/>
          <p:cNvSpPr>
            <a:spLocks noGrp="1" noChangeArrowheads="1"/>
          </p:cNvSpPr>
          <p:nvPr>
            <p:ph type="ftr"/>
          </p:nvPr>
        </p:nvSpPr>
        <p:spPr bwMode="auto">
          <a:xfrm>
            <a:off x="3625403" y="6248405"/>
            <a:ext cx="4939076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Arial Unicode MS" charset="0"/>
              </a:defRPr>
            </a:lvl1pPr>
          </a:lstStyle>
          <a:p>
            <a:pPr>
              <a:defRPr/>
            </a:pPr>
            <a:r>
              <a:rPr lang="en-US" altLang="zh-CN"/>
              <a:t>CS290U Project Practice for Deep Learning </a:t>
            </a:r>
            <a:endParaRPr lang="en-GB" altLang="zh-CN" dirty="0"/>
          </a:p>
        </p:txBody>
      </p:sp>
      <p:sp>
        <p:nvSpPr>
          <p:cNvPr id="2065" name="Rectangle 17"/>
          <p:cNvSpPr>
            <a:spLocks noGrp="1" noChangeArrowheads="1"/>
          </p:cNvSpPr>
          <p:nvPr>
            <p:ph type="sldNum"/>
          </p:nvPr>
        </p:nvSpPr>
        <p:spPr bwMode="auto">
          <a:xfrm>
            <a:off x="8737603" y="6248405"/>
            <a:ext cx="2842684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ct val="100000"/>
              <a:buFont typeface="Arial Black" pitchFamily="34" charset="0"/>
              <a:buNone/>
              <a:tabLst>
                <a:tab pos="723900" algn="l"/>
                <a:tab pos="1447800" algn="l"/>
              </a:tabLst>
              <a:defRPr sz="1200">
                <a:solidFill>
                  <a:srgbClr val="000000"/>
                </a:solidFill>
                <a:latin typeface="Arial Black" pitchFamily="34" charset="0"/>
                <a:ea typeface="Arial Unicode MS" pitchFamily="34" charset="-122"/>
                <a:cs typeface="Arial Unicode MS" pitchFamily="34" charset="-122"/>
              </a:defRPr>
            </a:lvl1pPr>
          </a:lstStyle>
          <a:p>
            <a:fld id="{1FA30AA5-74E7-4FCC-B869-63426B18F544}" type="slidenum">
              <a:rPr lang="zh-CN" altLang="en-GB"/>
              <a:pPr/>
              <a:t>‹#›</a:t>
            </a:fld>
            <a:endParaRPr lang="en-GB" altLang="zh-CN" dirty="0"/>
          </a:p>
        </p:txBody>
      </p:sp>
      <p:sp>
        <p:nvSpPr>
          <p:cNvPr id="2066" name="Rectangle 18"/>
          <p:cNvSpPr>
            <a:spLocks noGrp="1" noChangeArrowheads="1"/>
          </p:cNvSpPr>
          <p:nvPr>
            <p:ph type="title"/>
          </p:nvPr>
        </p:nvSpPr>
        <p:spPr bwMode="auto">
          <a:xfrm>
            <a:off x="3962403" y="1828805"/>
            <a:ext cx="8024284" cy="220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the title text format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5D29F28-757B-D07D-E368-AB646BD9D6E9}"/>
              </a:ext>
            </a:extLst>
          </p:cNvPr>
          <p:cNvGrpSpPr/>
          <p:nvPr userDrawn="1"/>
        </p:nvGrpSpPr>
        <p:grpSpPr>
          <a:xfrm>
            <a:off x="9239003" y="53946"/>
            <a:ext cx="2877788" cy="762828"/>
            <a:chOff x="5197434" y="4736275"/>
            <a:chExt cx="2877788" cy="76282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70BC86A-55A1-5E06-9C0A-F3E0905970B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email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 r="72076"/>
            <a:stretch/>
          </p:blipFill>
          <p:spPr>
            <a:xfrm>
              <a:off x="7301157" y="4736275"/>
              <a:ext cx="774065" cy="762828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6A43434-D6DD-8C54-0C65-CBB132BFE25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email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 l="27924"/>
            <a:stretch/>
          </p:blipFill>
          <p:spPr>
            <a:xfrm>
              <a:off x="5197434" y="4736275"/>
              <a:ext cx="1998010" cy="7628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7947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itchFamily="34" charset="0"/>
        <a:defRPr sz="3200" kern="12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itchFamily="34" charset="0"/>
        <a:defRPr sz="3200">
          <a:solidFill>
            <a:srgbClr val="000000"/>
          </a:solidFill>
          <a:latin typeface="Arial" charset="0"/>
          <a:ea typeface="宋体" charset="-122"/>
        </a:defRPr>
      </a:lvl2pPr>
      <a:lvl3pPr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itchFamily="34" charset="0"/>
        <a:defRPr sz="3200">
          <a:solidFill>
            <a:srgbClr val="000000"/>
          </a:solidFill>
          <a:latin typeface="Arial" charset="0"/>
          <a:ea typeface="宋体" charset="-122"/>
        </a:defRPr>
      </a:lvl3pPr>
      <a:lvl4pPr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itchFamily="34" charset="0"/>
        <a:defRPr sz="3200">
          <a:solidFill>
            <a:srgbClr val="000000"/>
          </a:solidFill>
          <a:latin typeface="Arial" charset="0"/>
          <a:ea typeface="宋体" charset="-122"/>
        </a:defRPr>
      </a:lvl4pPr>
      <a:lvl5pPr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itchFamily="34" charset="0"/>
        <a:defRPr sz="3200">
          <a:solidFill>
            <a:srgbClr val="000000"/>
          </a:solidFill>
          <a:latin typeface="Arial" charset="0"/>
          <a:ea typeface="宋体" charset="-122"/>
        </a:defRPr>
      </a:lvl5pPr>
      <a:lvl6pPr marL="457200" algn="ctr" defTabSz="457200" rtl="0" fontAlgn="base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3200">
          <a:solidFill>
            <a:srgbClr val="000000"/>
          </a:solidFill>
          <a:latin typeface="Arial" charset="0"/>
          <a:ea typeface="宋体" charset="-122"/>
        </a:defRPr>
      </a:lvl6pPr>
      <a:lvl7pPr marL="914400" algn="ctr" defTabSz="457200" rtl="0" fontAlgn="base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3200">
          <a:solidFill>
            <a:srgbClr val="000000"/>
          </a:solidFill>
          <a:latin typeface="Arial" charset="0"/>
          <a:ea typeface="宋体" charset="-122"/>
        </a:defRPr>
      </a:lvl7pPr>
      <a:lvl8pPr marL="1371600" algn="ctr" defTabSz="457200" rtl="0" fontAlgn="base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3200">
          <a:solidFill>
            <a:srgbClr val="000000"/>
          </a:solidFill>
          <a:latin typeface="Arial" charset="0"/>
          <a:ea typeface="宋体" charset="-122"/>
        </a:defRPr>
      </a:lvl8pPr>
      <a:lvl9pPr marL="1828800" algn="ctr" defTabSz="457200" rtl="0" fontAlgn="base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3200">
          <a:solidFill>
            <a:srgbClr val="000000"/>
          </a:solidFill>
          <a:latin typeface="Arial" charset="0"/>
          <a:ea typeface="宋体" charset="-122"/>
        </a:defRPr>
      </a:lvl9pPr>
    </p:titleStyle>
    <p:bodyStyle>
      <a:lvl1pPr marL="341313" indent="-341313" algn="l" defTabSz="457200" rtl="0" eaLnBrk="0" fontAlgn="base" hangingPunct="0">
        <a:lnSpc>
          <a:spcPct val="93000"/>
        </a:lnSpc>
        <a:spcBef>
          <a:spcPts val="600"/>
        </a:spcBef>
        <a:spcAft>
          <a:spcPct val="0"/>
        </a:spcAft>
        <a:buClr>
          <a:srgbClr val="00007D"/>
        </a:buClr>
        <a:buSzPct val="75000"/>
        <a:buFont typeface="Wingdings" pitchFamily="2" charset="2"/>
        <a:buChar char=""/>
        <a:defRPr sz="2400" kern="1200">
          <a:solidFill>
            <a:srgbClr val="000000"/>
          </a:solidFill>
          <a:latin typeface="+mn-lt"/>
          <a:ea typeface="+mn-ea"/>
          <a:cs typeface="+mn-cs"/>
        </a:defRPr>
      </a:lvl1pPr>
      <a:lvl2pPr marL="741363" indent="-284163" algn="l" defTabSz="457200" rtl="0" eaLnBrk="0" fontAlgn="base" hangingPunct="0">
        <a:lnSpc>
          <a:spcPct val="93000"/>
        </a:lnSpc>
        <a:spcBef>
          <a:spcPts val="500"/>
        </a:spcBef>
        <a:spcAft>
          <a:spcPct val="0"/>
        </a:spcAft>
        <a:buClr>
          <a:srgbClr val="9999CC"/>
        </a:buClr>
        <a:buSzPct val="80000"/>
        <a:buFont typeface="Wingdings" pitchFamily="2" charset="2"/>
        <a:buChar char="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lnSpc>
          <a:spcPct val="93000"/>
        </a:lnSpc>
        <a:spcBef>
          <a:spcPts val="450"/>
        </a:spcBef>
        <a:spcAft>
          <a:spcPct val="0"/>
        </a:spcAft>
        <a:buClr>
          <a:srgbClr val="00007D"/>
        </a:buClr>
        <a:buSzPct val="65000"/>
        <a:buFont typeface="Wingdings" pitchFamily="2" charset="2"/>
        <a:buChar char=""/>
        <a:defRPr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lnSpc>
          <a:spcPct val="93000"/>
        </a:lnSpc>
        <a:spcBef>
          <a:spcPts val="400"/>
        </a:spcBef>
        <a:spcAft>
          <a:spcPct val="0"/>
        </a:spcAft>
        <a:buClr>
          <a:srgbClr val="9999CC"/>
        </a:buClr>
        <a:buSzPct val="70000"/>
        <a:buFont typeface="Wingdings" pitchFamily="2" charset="2"/>
        <a:buChar char=""/>
        <a:defRPr sz="16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lnSpc>
          <a:spcPct val="93000"/>
        </a:lnSpc>
        <a:spcBef>
          <a:spcPts val="350"/>
        </a:spcBef>
        <a:spcAft>
          <a:spcPct val="0"/>
        </a:spcAft>
        <a:buClr>
          <a:srgbClr val="9999CC"/>
        </a:buClr>
        <a:buSzPct val="100000"/>
        <a:buFont typeface="Wingdings" pitchFamily="2" charset="2"/>
        <a:buChar char=""/>
        <a:defRPr sz="14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ftr"/>
          </p:nvPr>
        </p:nvSpPr>
        <p:spPr bwMode="auto">
          <a:xfrm>
            <a:off x="3827204" y="6254754"/>
            <a:ext cx="5543013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r>
              <a:rPr lang="en-US" altLang="zh-CN"/>
              <a:t>CS290U Project Practice for Deep Learning </a:t>
            </a:r>
            <a:endParaRPr lang="en-GB" altLang="zh-CN" dirty="0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sldNum"/>
          </p:nvPr>
        </p:nvSpPr>
        <p:spPr bwMode="auto">
          <a:xfrm>
            <a:off x="9745137" y="6248405"/>
            <a:ext cx="183515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ct val="100000"/>
              <a:buFont typeface="Arial Black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Arial Black" pitchFamily="34" charset="0"/>
              </a:defRPr>
            </a:lvl1pPr>
          </a:lstStyle>
          <a:p>
            <a:fld id="{C34A426F-6566-4EB9-A91B-88D712BBE54E}" type="slidenum">
              <a:rPr lang="zh-CN" altLang="en-GB"/>
              <a:pPr/>
              <a:t>‹#›</a:t>
            </a:fld>
            <a:endParaRPr lang="en-GB" altLang="zh-CN"/>
          </a:p>
        </p:txBody>
      </p:sp>
      <p:grpSp>
        <p:nvGrpSpPr>
          <p:cNvPr id="1028" name="Group 3"/>
          <p:cNvGrpSpPr>
            <a:grpSpLocks/>
          </p:cNvGrpSpPr>
          <p:nvPr/>
        </p:nvGrpSpPr>
        <p:grpSpPr bwMode="auto">
          <a:xfrm>
            <a:off x="3" y="5"/>
            <a:ext cx="12189884" cy="544513"/>
            <a:chOff x="0" y="0"/>
            <a:chExt cx="5759" cy="343"/>
          </a:xfrm>
        </p:grpSpPr>
        <p:sp>
          <p:nvSpPr>
            <p:cNvPr id="2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CCCCE6"/>
                </a:gs>
              </a:gsLst>
              <a:lin ang="108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charset="0"/>
                <a:buNone/>
                <a:defRPr/>
              </a:pPr>
              <a:endParaRPr lang="en-US" sz="1800">
                <a:latin typeface="Arial" charset="0"/>
                <a:ea typeface="宋体" charset="-122"/>
              </a:endParaRPr>
            </a:p>
          </p:txBody>
        </p:sp>
        <p:sp>
          <p:nvSpPr>
            <p:cNvPr id="1029" name="Rectangle 5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00007D"/>
                </a:gs>
              </a:gsLst>
              <a:lin ang="108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charset="0"/>
                <a:buNone/>
                <a:defRPr/>
              </a:pPr>
              <a:endParaRPr lang="en-US" sz="1800">
                <a:latin typeface="Arial" charset="0"/>
                <a:ea typeface="宋体" charset="-122"/>
              </a:endParaRPr>
            </a:p>
          </p:txBody>
        </p:sp>
        <p:sp>
          <p:nvSpPr>
            <p:cNvPr id="1030" name="Rectangle 6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rgbClr val="CCCCE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charset="0"/>
                <a:buNone/>
                <a:defRPr/>
              </a:pPr>
              <a:endParaRPr lang="en-US" sz="1800">
                <a:latin typeface="Arial" charset="0"/>
                <a:ea typeface="宋体" charset="-122"/>
              </a:endParaRPr>
            </a:p>
          </p:txBody>
        </p:sp>
        <p:sp>
          <p:nvSpPr>
            <p:cNvPr id="1031" name="Rectangle 7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rgbClr val="CCCCE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charset="0"/>
                <a:buNone/>
                <a:defRPr/>
              </a:pPr>
              <a:endParaRPr lang="en-US" sz="1800">
                <a:latin typeface="Arial" charset="0"/>
                <a:ea typeface="宋体" charset="-122"/>
              </a:endParaRPr>
            </a:p>
          </p:txBody>
        </p:sp>
        <p:sp>
          <p:nvSpPr>
            <p:cNvPr id="1032" name="Rectangle 8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rgbClr val="99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charset="0"/>
                <a:buNone/>
                <a:defRPr/>
              </a:pPr>
              <a:endParaRPr lang="en-US" sz="1800">
                <a:latin typeface="Arial" charset="0"/>
                <a:ea typeface="宋体" charset="-122"/>
              </a:endParaRPr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rgbClr val="CCCCE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charset="0"/>
                <a:buNone/>
                <a:defRPr/>
              </a:pPr>
              <a:endParaRPr lang="en-US" sz="1800">
                <a:latin typeface="Arial" charset="0"/>
                <a:ea typeface="宋体" charset="-122"/>
              </a:endParaRPr>
            </a:p>
          </p:txBody>
        </p:sp>
        <p:sp>
          <p:nvSpPr>
            <p:cNvPr id="1034" name="Rectangle 10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rgbClr val="00007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charset="0"/>
                <a:buNone/>
                <a:defRPr/>
              </a:pPr>
              <a:endParaRPr lang="en-US" sz="1800">
                <a:latin typeface="Arial" charset="0"/>
                <a:ea typeface="宋体" charset="-122"/>
              </a:endParaRPr>
            </a:p>
          </p:txBody>
        </p:sp>
        <p:sp>
          <p:nvSpPr>
            <p:cNvPr id="1035" name="Rectangle 11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rgbClr val="99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charset="0"/>
                <a:buNone/>
                <a:defRPr/>
              </a:pPr>
              <a:endParaRPr lang="en-US" sz="1800">
                <a:latin typeface="Arial" charset="0"/>
                <a:ea typeface="宋体" charset="-122"/>
              </a:endParaRPr>
            </a:p>
          </p:txBody>
        </p:sp>
        <p:sp>
          <p:nvSpPr>
            <p:cNvPr id="1036" name="Rectangle 12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rgbClr val="99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charset="0"/>
                <a:buNone/>
                <a:defRPr/>
              </a:pPr>
              <a:endParaRPr lang="en-US" sz="1800">
                <a:latin typeface="Arial" charset="0"/>
                <a:ea typeface="宋体" charset="-122"/>
              </a:endParaRPr>
            </a:p>
          </p:txBody>
        </p:sp>
      </p:grpSp>
      <p:sp>
        <p:nvSpPr>
          <p:cNvPr id="1037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609603" y="188918"/>
            <a:ext cx="10970684" cy="93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the title text format</a:t>
            </a:r>
          </a:p>
        </p:txBody>
      </p:sp>
      <p:sp>
        <p:nvSpPr>
          <p:cNvPr id="1038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3" y="1052518"/>
            <a:ext cx="10970684" cy="4967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 dirty="0"/>
              <a:t>Click to edit the outline text format</a:t>
            </a:r>
          </a:p>
          <a:p>
            <a:pPr lvl="1"/>
            <a:r>
              <a:rPr lang="en-GB" altLang="zh-CN" dirty="0"/>
              <a:t>Second Outline Level</a:t>
            </a:r>
          </a:p>
          <a:p>
            <a:pPr lvl="2"/>
            <a:r>
              <a:rPr lang="en-GB" altLang="zh-CN" dirty="0"/>
              <a:t>Third Outline Level</a:t>
            </a:r>
          </a:p>
          <a:p>
            <a:pPr lvl="3"/>
            <a:r>
              <a:rPr lang="en-GB" altLang="zh-CN" dirty="0"/>
              <a:t>Fourth Outline Level</a:t>
            </a:r>
          </a:p>
          <a:p>
            <a:pPr lvl="4"/>
            <a:r>
              <a:rPr lang="en-GB" altLang="zh-CN" dirty="0"/>
              <a:t>Fifth Outline Level</a:t>
            </a:r>
          </a:p>
          <a:p>
            <a:pPr lvl="4"/>
            <a:r>
              <a:rPr lang="en-GB" altLang="zh-CN" dirty="0"/>
              <a:t>Sixth Outline Level</a:t>
            </a:r>
          </a:p>
          <a:p>
            <a:pPr lvl="4"/>
            <a:r>
              <a:rPr lang="en-GB" altLang="zh-CN" dirty="0"/>
              <a:t>Seventh Outline Level</a:t>
            </a:r>
          </a:p>
          <a:p>
            <a:pPr lvl="4"/>
            <a:r>
              <a:rPr lang="en-GB" altLang="zh-CN" dirty="0"/>
              <a:t>Eighth Outline Level</a:t>
            </a:r>
          </a:p>
          <a:p>
            <a:pPr lvl="4"/>
            <a:r>
              <a:rPr lang="en-GB" altLang="zh-CN" dirty="0"/>
              <a:t>Ninth Outline Level</a:t>
            </a:r>
          </a:p>
        </p:txBody>
      </p:sp>
      <p:sp>
        <p:nvSpPr>
          <p:cNvPr id="1039" name="Rectangle 15"/>
          <p:cNvSpPr>
            <a:spLocks noGrp="1" noChangeArrowheads="1"/>
          </p:cNvSpPr>
          <p:nvPr>
            <p:ph type="dt"/>
          </p:nvPr>
        </p:nvSpPr>
        <p:spPr bwMode="auto">
          <a:xfrm>
            <a:off x="609603" y="6245230"/>
            <a:ext cx="2842684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8674611F-233A-4CA5-B24E-050F0F429051}" type="datetime1">
              <a:rPr lang="en-US" altLang="en-US" smtClean="0"/>
              <a:t>4/9/2025</a:t>
            </a:fld>
            <a:endParaRPr lang="en-GB" altLang="zh-CN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2482F3D-EB0C-878E-8D1E-9BD78A832A3E}"/>
              </a:ext>
            </a:extLst>
          </p:cNvPr>
          <p:cNvGrpSpPr/>
          <p:nvPr userDrawn="1"/>
        </p:nvGrpSpPr>
        <p:grpSpPr>
          <a:xfrm>
            <a:off x="9314212" y="445679"/>
            <a:ext cx="2877788" cy="762828"/>
            <a:chOff x="5197434" y="4736275"/>
            <a:chExt cx="2877788" cy="76282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DD432A5C-D391-A176-8521-00ECFB86BA2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email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 r="72076"/>
            <a:stretch/>
          </p:blipFill>
          <p:spPr>
            <a:xfrm>
              <a:off x="7301157" y="4736275"/>
              <a:ext cx="774065" cy="762828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273D66BF-4924-3597-7AC0-44456F407BB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email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 l="27924"/>
            <a:stretch/>
          </p:blipFill>
          <p:spPr>
            <a:xfrm>
              <a:off x="5197434" y="4736275"/>
              <a:ext cx="1998010" cy="7628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3689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hf hdr="0" ftr="0" dt="0"/>
  <p:txStyles>
    <p:titleStyle>
      <a:lvl1pPr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itchFamily="34" charset="0"/>
        <a:defRPr sz="3200" kern="12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itchFamily="34" charset="0"/>
        <a:defRPr sz="3200">
          <a:solidFill>
            <a:srgbClr val="000000"/>
          </a:solidFill>
          <a:latin typeface="Arial" charset="0"/>
          <a:ea typeface="宋体" charset="-122"/>
        </a:defRPr>
      </a:lvl2pPr>
      <a:lvl3pPr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itchFamily="34" charset="0"/>
        <a:defRPr sz="3200">
          <a:solidFill>
            <a:srgbClr val="000000"/>
          </a:solidFill>
          <a:latin typeface="Arial" charset="0"/>
          <a:ea typeface="宋体" charset="-122"/>
        </a:defRPr>
      </a:lvl3pPr>
      <a:lvl4pPr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itchFamily="34" charset="0"/>
        <a:defRPr sz="3200">
          <a:solidFill>
            <a:srgbClr val="000000"/>
          </a:solidFill>
          <a:latin typeface="Arial" charset="0"/>
          <a:ea typeface="宋体" charset="-122"/>
        </a:defRPr>
      </a:lvl4pPr>
      <a:lvl5pPr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itchFamily="34" charset="0"/>
        <a:defRPr sz="3200">
          <a:solidFill>
            <a:srgbClr val="000000"/>
          </a:solidFill>
          <a:latin typeface="Arial" charset="0"/>
          <a:ea typeface="宋体" charset="-122"/>
        </a:defRPr>
      </a:lvl5pPr>
      <a:lvl6pPr marL="457200" algn="ctr" defTabSz="457200" rtl="0" fontAlgn="base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3200">
          <a:solidFill>
            <a:srgbClr val="000000"/>
          </a:solidFill>
          <a:latin typeface="Arial" charset="0"/>
          <a:ea typeface="宋体" charset="-122"/>
        </a:defRPr>
      </a:lvl6pPr>
      <a:lvl7pPr marL="914400" algn="ctr" defTabSz="457200" rtl="0" fontAlgn="base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3200">
          <a:solidFill>
            <a:srgbClr val="000000"/>
          </a:solidFill>
          <a:latin typeface="Arial" charset="0"/>
          <a:ea typeface="宋体" charset="-122"/>
        </a:defRPr>
      </a:lvl7pPr>
      <a:lvl8pPr marL="1371600" algn="ctr" defTabSz="457200" rtl="0" fontAlgn="base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3200">
          <a:solidFill>
            <a:srgbClr val="000000"/>
          </a:solidFill>
          <a:latin typeface="Arial" charset="0"/>
          <a:ea typeface="宋体" charset="-122"/>
        </a:defRPr>
      </a:lvl8pPr>
      <a:lvl9pPr marL="1828800" algn="ctr" defTabSz="457200" rtl="0" fontAlgn="base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3200">
          <a:solidFill>
            <a:srgbClr val="000000"/>
          </a:solidFill>
          <a:latin typeface="Arial" charset="0"/>
          <a:ea typeface="宋体" charset="-122"/>
        </a:defRPr>
      </a:lvl9pPr>
    </p:titleStyle>
    <p:bodyStyle>
      <a:lvl1pPr marL="341313" indent="-341313" algn="l" defTabSz="457200" rtl="0" eaLnBrk="0" fontAlgn="base" hangingPunct="0">
        <a:lnSpc>
          <a:spcPct val="93000"/>
        </a:lnSpc>
        <a:spcBef>
          <a:spcPts val="600"/>
        </a:spcBef>
        <a:spcAft>
          <a:spcPct val="0"/>
        </a:spcAft>
        <a:buClr>
          <a:srgbClr val="00007D"/>
        </a:buClr>
        <a:buSzPct val="75000"/>
        <a:buFont typeface="Wingdings" pitchFamily="2" charset="2"/>
        <a:buChar char=""/>
        <a:defRPr sz="2400" kern="1200">
          <a:solidFill>
            <a:srgbClr val="000000"/>
          </a:solidFill>
          <a:latin typeface="+mn-lt"/>
          <a:ea typeface="+mn-ea"/>
          <a:cs typeface="+mn-cs"/>
        </a:defRPr>
      </a:lvl1pPr>
      <a:lvl2pPr marL="741363" indent="-284163" algn="l" defTabSz="457200" rtl="0" eaLnBrk="0" fontAlgn="base" hangingPunct="0">
        <a:lnSpc>
          <a:spcPct val="93000"/>
        </a:lnSpc>
        <a:spcBef>
          <a:spcPts val="500"/>
        </a:spcBef>
        <a:spcAft>
          <a:spcPct val="0"/>
        </a:spcAft>
        <a:buClr>
          <a:srgbClr val="9999CC"/>
        </a:buClr>
        <a:buSzPct val="80000"/>
        <a:buFont typeface="Wingdings" pitchFamily="2" charset="2"/>
        <a:buChar char="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lnSpc>
          <a:spcPct val="93000"/>
        </a:lnSpc>
        <a:spcBef>
          <a:spcPts val="450"/>
        </a:spcBef>
        <a:spcAft>
          <a:spcPct val="0"/>
        </a:spcAft>
        <a:buClr>
          <a:srgbClr val="00007D"/>
        </a:buClr>
        <a:buSzPct val="65000"/>
        <a:buFont typeface="Wingdings" pitchFamily="2" charset="2"/>
        <a:buChar char=""/>
        <a:defRPr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lnSpc>
          <a:spcPct val="93000"/>
        </a:lnSpc>
        <a:spcBef>
          <a:spcPts val="400"/>
        </a:spcBef>
        <a:spcAft>
          <a:spcPct val="0"/>
        </a:spcAft>
        <a:buClr>
          <a:srgbClr val="9999CC"/>
        </a:buClr>
        <a:buSzPct val="70000"/>
        <a:buFont typeface="Wingdings" pitchFamily="2" charset="2"/>
        <a:buChar char=""/>
        <a:defRPr sz="16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lnSpc>
          <a:spcPct val="93000"/>
        </a:lnSpc>
        <a:spcBef>
          <a:spcPts val="350"/>
        </a:spcBef>
        <a:spcAft>
          <a:spcPct val="0"/>
        </a:spcAft>
        <a:buClr>
          <a:srgbClr val="9999CC"/>
        </a:buClr>
        <a:buSzPct val="100000"/>
        <a:buFont typeface="Wingdings" pitchFamily="2" charset="2"/>
        <a:buChar char=""/>
        <a:defRPr sz="14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emf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emf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3BA216-5B73-5034-DEA3-A9D46A3B2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solidFill>
                  <a:srgbClr val="FFFFFF"/>
                </a:solidFill>
              </a:rPr>
              <a:t>Lecture 1</a:t>
            </a:r>
            <a:r>
              <a:rPr lang="en-US" altLang="zh-CN" dirty="0">
                <a:solidFill>
                  <a:srgbClr val="FFFFFF"/>
                </a:solidFill>
              </a:rPr>
              <a:t>6</a:t>
            </a:r>
            <a:r>
              <a:rPr lang="en-US" altLang="zh-CN" sz="3200" dirty="0">
                <a:solidFill>
                  <a:srgbClr val="FFFFFF"/>
                </a:solidFill>
              </a:rPr>
              <a:t>: </a:t>
            </a:r>
            <a:r>
              <a:rPr lang="en-US" altLang="zh-CN" dirty="0">
                <a:solidFill>
                  <a:srgbClr val="FFFFFF"/>
                </a:solidFill>
              </a:rPr>
              <a:t>Practical Aspects</a:t>
            </a:r>
            <a:endParaRPr lang="zh-CN" alt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FCF3E66-015D-4E3F-9FBD-183C50BEE6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4572000"/>
            <a:ext cx="60198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41313" indent="-341313" algn="l" defTabSz="457200" rtl="0" eaLnBrk="0" fontAlgn="base" hangingPunct="0">
              <a:lnSpc>
                <a:spcPct val="93000"/>
              </a:lnSpc>
              <a:spcBef>
                <a:spcPts val="6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Char char="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1363" indent="-284163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9999CC"/>
              </a:buClr>
              <a:buSzPct val="80000"/>
              <a:buFont typeface="Wingdings" pitchFamily="2" charset="2"/>
              <a:buChar char="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007D"/>
              </a:buClr>
              <a:buSzPct val="65000"/>
              <a:buFont typeface="Wingdings" pitchFamily="2" charset="2"/>
              <a:buChar char=""/>
              <a:defRPr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lnSpc>
                <a:spcPct val="93000"/>
              </a:lnSpc>
              <a:spcBef>
                <a:spcPts val="400"/>
              </a:spcBef>
              <a:spcAft>
                <a:spcPct val="0"/>
              </a:spcAft>
              <a:buClr>
                <a:srgbClr val="9999CC"/>
              </a:buClr>
              <a:buSzPct val="70000"/>
              <a:buFont typeface="Wingdings" pitchFamily="2" charset="2"/>
              <a:buChar char="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lnSpc>
                <a:spcPct val="93000"/>
              </a:lnSpc>
              <a:spcBef>
                <a:spcPts val="350"/>
              </a:spcBef>
              <a:spcAft>
                <a:spcPct val="0"/>
              </a:spcAft>
              <a:buClr>
                <a:srgbClr val="9999CC"/>
              </a:buClr>
              <a:buSzPct val="100000"/>
              <a:buFont typeface="Wingdings" pitchFamily="2" charset="2"/>
              <a:buChar char="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hangingPunct="1">
              <a:lnSpc>
                <a:spcPct val="100000"/>
              </a:lnSpc>
              <a:buNone/>
              <a:tabLst>
                <a:tab pos="0" algn="l"/>
                <a:tab pos="914377" algn="l"/>
                <a:tab pos="1828754" algn="l"/>
                <a:tab pos="2743131" algn="l"/>
                <a:tab pos="3657509" algn="l"/>
                <a:tab pos="4571886" algn="l"/>
                <a:tab pos="5486263" algn="l"/>
                <a:tab pos="6400640" algn="l"/>
                <a:tab pos="7315017" algn="l"/>
                <a:tab pos="8229394" algn="l"/>
                <a:tab pos="9143771" algn="l"/>
                <a:tab pos="10058149" algn="l"/>
              </a:tabLst>
              <a:defRPr/>
            </a:pPr>
            <a:r>
              <a:rPr lang="en-GB" altLang="zh-CN" dirty="0">
                <a:latin typeface="Arial"/>
                <a:ea typeface="宋体"/>
              </a:rPr>
              <a:t>Yujiao Shi </a:t>
            </a:r>
          </a:p>
          <a:p>
            <a:pPr marL="0" indent="0" algn="ctr" eaLnBrk="1" hangingPunct="1">
              <a:lnSpc>
                <a:spcPct val="100000"/>
              </a:lnSpc>
              <a:buNone/>
              <a:tabLst>
                <a:tab pos="0" algn="l"/>
                <a:tab pos="914377" algn="l"/>
                <a:tab pos="1828754" algn="l"/>
                <a:tab pos="2743131" algn="l"/>
                <a:tab pos="3657509" algn="l"/>
                <a:tab pos="4571886" algn="l"/>
                <a:tab pos="5486263" algn="l"/>
                <a:tab pos="6400640" algn="l"/>
                <a:tab pos="7315017" algn="l"/>
                <a:tab pos="8229394" algn="l"/>
                <a:tab pos="9143771" algn="l"/>
                <a:tab pos="10058149" algn="l"/>
              </a:tabLst>
              <a:defRPr/>
            </a:pPr>
            <a:r>
              <a:rPr lang="en-GB" altLang="zh-CN" dirty="0">
                <a:latin typeface="Arial"/>
                <a:ea typeface="宋体"/>
              </a:rPr>
              <a:t>SIST, </a:t>
            </a:r>
            <a:r>
              <a:rPr lang="en-GB" altLang="zh-CN" dirty="0" err="1">
                <a:latin typeface="Arial"/>
                <a:ea typeface="宋体"/>
              </a:rPr>
              <a:t>ShanghaiTech</a:t>
            </a:r>
            <a:endParaRPr lang="en-GB" altLang="zh-CN" dirty="0">
              <a:latin typeface="Arial"/>
              <a:ea typeface="宋体"/>
            </a:endParaRPr>
          </a:p>
          <a:p>
            <a:pPr marL="0" indent="0" algn="ctr" eaLnBrk="1" hangingPunct="1">
              <a:lnSpc>
                <a:spcPct val="100000"/>
              </a:lnSpc>
              <a:buNone/>
              <a:tabLst>
                <a:tab pos="0" algn="l"/>
                <a:tab pos="914377" algn="l"/>
                <a:tab pos="1828754" algn="l"/>
                <a:tab pos="2743131" algn="l"/>
                <a:tab pos="3657509" algn="l"/>
                <a:tab pos="4571886" algn="l"/>
                <a:tab pos="5486263" algn="l"/>
                <a:tab pos="6400640" algn="l"/>
                <a:tab pos="7315017" algn="l"/>
                <a:tab pos="8229394" algn="l"/>
                <a:tab pos="9143771" algn="l"/>
                <a:tab pos="10058149" algn="l"/>
              </a:tabLst>
              <a:defRPr/>
            </a:pPr>
            <a:r>
              <a:rPr lang="en-GB" altLang="zh-CN" dirty="0">
                <a:latin typeface="Arial"/>
                <a:ea typeface="宋体"/>
              </a:rPr>
              <a:t>Spring, 20</a:t>
            </a:r>
            <a:r>
              <a:rPr lang="en-US" altLang="zh-CN" dirty="0">
                <a:latin typeface="Arial"/>
                <a:ea typeface="宋体"/>
              </a:rPr>
              <a:t>25</a:t>
            </a:r>
            <a:endParaRPr lang="en-GB" altLang="zh-CN" dirty="0">
              <a:latin typeface="Arial"/>
              <a:ea typeface="宋体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6891C9-276A-EA56-3CFF-EAD4BBB880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6A0B358-CBEE-4C6D-B12F-81850F6C5A0B}" type="slidenum">
              <a:rPr lang="zh-CN" altLang="en-GB" smtClean="0"/>
              <a:pPr/>
              <a:t>1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256922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标题 1"/>
          <p:cNvSpPr txBox="1">
            <a:spLocks noGrp="1"/>
          </p:cNvSpPr>
          <p:nvPr>
            <p:ph type="title"/>
          </p:nvPr>
        </p:nvSpPr>
        <p:spPr>
          <a:xfrm>
            <a:off x="609603" y="188917"/>
            <a:ext cx="10970684" cy="935039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4" name="灯片编号占位符 2"/>
          <p:cNvSpPr txBox="1">
            <a:spLocks noGrp="1"/>
          </p:cNvSpPr>
          <p:nvPr>
            <p:ph type="sldNum" sz="quarter" idx="2"/>
          </p:nvPr>
        </p:nvSpPr>
        <p:spPr>
          <a:xfrm>
            <a:off x="11270688" y="6394518"/>
            <a:ext cx="309600" cy="30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6799" tIns="46799" rIns="46799" bIns="46799" anchor="b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6CB4B4D-7CA3-9044-876B-883B54F8677D}" type="slidenum">
              <a:rPr lang="en-US" altLang="zh-CN" smtClean="0"/>
              <a:pPr/>
              <a:t>2</a:t>
            </a:fld>
            <a:endParaRPr/>
          </a:p>
        </p:txBody>
      </p:sp>
      <p:pic>
        <p:nvPicPr>
          <p:cNvPr id="116" name="图片 6" descr="图片 6"/>
          <p:cNvPicPr>
            <a:picLocks noChangeAspect="1"/>
          </p:cNvPicPr>
          <p:nvPr/>
        </p:nvPicPr>
        <p:blipFill>
          <a:blip r:embed="rId2"/>
          <a:srcRect b="24339"/>
          <a:stretch>
            <a:fillRect/>
          </a:stretch>
        </p:blipFill>
        <p:spPr>
          <a:xfrm>
            <a:off x="1289797" y="1398643"/>
            <a:ext cx="9612407" cy="40607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标题 1"/>
          <p:cNvSpPr txBox="1">
            <a:spLocks noGrp="1"/>
          </p:cNvSpPr>
          <p:nvPr>
            <p:ph type="title"/>
          </p:nvPr>
        </p:nvSpPr>
        <p:spPr>
          <a:xfrm>
            <a:off x="609603" y="188917"/>
            <a:ext cx="10970684" cy="935039"/>
          </a:xfrm>
          <a:prstGeom prst="rect">
            <a:avLst/>
          </a:prstGeom>
        </p:spPr>
        <p:txBody>
          <a:bodyPr/>
          <a:lstStyle/>
          <a:p>
            <a:r>
              <a:t>Train / Val / Test Sets</a:t>
            </a:r>
          </a:p>
        </p:txBody>
      </p:sp>
      <p:sp>
        <p:nvSpPr>
          <p:cNvPr id="120" name="内容占位符 2"/>
          <p:cNvSpPr txBox="1">
            <a:spLocks noGrp="1"/>
          </p:cNvSpPr>
          <p:nvPr>
            <p:ph type="body" idx="1"/>
          </p:nvPr>
        </p:nvSpPr>
        <p:spPr>
          <a:xfrm>
            <a:off x="609603" y="1052517"/>
            <a:ext cx="10970684" cy="4967289"/>
          </a:xfrm>
          <a:prstGeom prst="rect">
            <a:avLst/>
          </a:prstGeom>
        </p:spPr>
        <p:txBody>
          <a:bodyPr/>
          <a:lstStyle/>
          <a:p>
            <a:r>
              <a:t>Val set -- for model selection</a:t>
            </a:r>
          </a:p>
          <a:p>
            <a:endParaRPr/>
          </a:p>
          <a:p>
            <a:r>
              <a:t>When the whole dataset is small: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When the whole dataset is large:</a:t>
            </a:r>
          </a:p>
        </p:txBody>
      </p:sp>
      <p:sp>
        <p:nvSpPr>
          <p:cNvPr id="121" name="灯片编号占位符 4"/>
          <p:cNvSpPr txBox="1">
            <a:spLocks noGrp="1"/>
          </p:cNvSpPr>
          <p:nvPr>
            <p:ph type="sldNum" sz="quarter" idx="2"/>
          </p:nvPr>
        </p:nvSpPr>
        <p:spPr>
          <a:xfrm>
            <a:off x="11270688" y="6394518"/>
            <a:ext cx="309600" cy="30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6799" tIns="46799" rIns="46799" bIns="46799" anchor="b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6CB4B4D-7CA3-9044-876B-883B54F8677D}" type="slidenum">
              <a:rPr lang="en-US" altLang="zh-CN" smtClean="0"/>
              <a:pPr/>
              <a:t>3</a:t>
            </a:fld>
            <a:endParaRPr/>
          </a:p>
        </p:txBody>
      </p:sp>
      <p:sp>
        <p:nvSpPr>
          <p:cNvPr id="122" name="日期占位符 5"/>
          <p:cNvSpPr txBox="1"/>
          <p:nvPr/>
        </p:nvSpPr>
        <p:spPr>
          <a:xfrm>
            <a:off x="652802" y="6453478"/>
            <a:ext cx="2756286" cy="266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6799" tIns="46799" rIns="46799" bIns="46799" anchor="b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/>
            </a:lvl1pPr>
          </a:lstStyle>
          <a:p>
            <a:r>
              <a:t>4/10/2024</a:t>
            </a:r>
          </a:p>
        </p:txBody>
      </p:sp>
      <p:graphicFrame>
        <p:nvGraphicFramePr>
          <p:cNvPr id="123" name="表格 13"/>
          <p:cNvGraphicFramePr/>
          <p:nvPr>
            <p:extLst>
              <p:ext uri="{D42A27DB-BD31-4B8C-83A1-F6EECF244321}">
                <p14:modId xmlns:p14="http://schemas.microsoft.com/office/powerpoint/2010/main" val="2285559750"/>
              </p:ext>
            </p:extLst>
          </p:nvPr>
        </p:nvGraphicFramePr>
        <p:xfrm>
          <a:off x="2030945" y="2464440"/>
          <a:ext cx="8127999" cy="1107440"/>
        </p:xfrm>
        <a:graphic>
          <a:graphicData uri="http://schemas.openxmlformats.org/drawingml/2006/table">
            <a:tbl>
              <a:tblPr firstRow="1" bandRow="1"/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938">
                <a:tc>
                  <a:txBody>
                    <a:bodyPr/>
                    <a:lstStyle/>
                    <a:p>
                      <a:pPr algn="ctr">
                        <a:tabLst/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 dirty="0">
                          <a:solidFill>
                            <a:schemeClr val="tx1"/>
                          </a:solidFill>
                          <a:sym typeface="Arial"/>
                        </a:rPr>
                        <a:t>Train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tabLst/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 dirty="0">
                          <a:solidFill>
                            <a:schemeClr val="tx1"/>
                          </a:solidFill>
                          <a:sym typeface="Arial"/>
                        </a:rPr>
                        <a:t>Val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tabLst/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 dirty="0">
                          <a:solidFill>
                            <a:schemeClr val="tx1"/>
                          </a:solidFill>
                          <a:sym typeface="Arial"/>
                        </a:rPr>
                        <a:t>Test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tabLst/>
                        <a:defRPr sz="1800"/>
                      </a:pPr>
                      <a:r>
                        <a:rPr>
                          <a:sym typeface="Arial"/>
                        </a:rPr>
                        <a:t>60%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tabLst/>
                        <a:defRPr sz="1800"/>
                      </a:pPr>
                      <a:r>
                        <a:rPr>
                          <a:sym typeface="Arial"/>
                        </a:rPr>
                        <a:t>20%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tabLst/>
                        <a:defRPr sz="1800"/>
                      </a:pPr>
                      <a:r>
                        <a:rPr>
                          <a:sym typeface="Arial"/>
                        </a:rPr>
                        <a:t>20%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tabLst/>
                        <a:defRPr sz="1800"/>
                      </a:pPr>
                      <a:r>
                        <a:rPr>
                          <a:sym typeface="Arial"/>
                        </a:rPr>
                        <a:t>70%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tabLst/>
                        <a:defRPr sz="1800"/>
                      </a:pPr>
                      <a:r>
                        <a:rPr>
                          <a:sym typeface="Arial"/>
                        </a:rPr>
                        <a:t>0%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tabLst/>
                        <a:defRPr sz="1800"/>
                      </a:pPr>
                      <a:r>
                        <a:rPr dirty="0">
                          <a:sym typeface="Arial"/>
                        </a:rPr>
                        <a:t>30%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4" name="表格 14"/>
          <p:cNvGraphicFramePr/>
          <p:nvPr>
            <p:extLst>
              <p:ext uri="{D42A27DB-BD31-4B8C-83A1-F6EECF244321}">
                <p14:modId xmlns:p14="http://schemas.microsoft.com/office/powerpoint/2010/main" val="1385239029"/>
              </p:ext>
            </p:extLst>
          </p:nvPr>
        </p:nvGraphicFramePr>
        <p:xfrm>
          <a:off x="2030944" y="4824806"/>
          <a:ext cx="8127999" cy="736600"/>
        </p:xfrm>
        <a:graphic>
          <a:graphicData uri="http://schemas.openxmlformats.org/drawingml/2006/table">
            <a:tbl>
              <a:tblPr firstRow="1" bandRow="1"/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938">
                <a:tc>
                  <a:txBody>
                    <a:bodyPr/>
                    <a:lstStyle/>
                    <a:p>
                      <a:pPr algn="ctr">
                        <a:tabLst/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 dirty="0">
                          <a:solidFill>
                            <a:schemeClr val="tx1"/>
                          </a:solidFill>
                          <a:sym typeface="Arial"/>
                        </a:rPr>
                        <a:t>Train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tabLst/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 dirty="0">
                          <a:solidFill>
                            <a:schemeClr val="tx1"/>
                          </a:solidFill>
                          <a:sym typeface="Arial"/>
                        </a:rPr>
                        <a:t>Val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tabLst/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 dirty="0">
                          <a:solidFill>
                            <a:schemeClr val="tx1"/>
                          </a:solidFill>
                          <a:sym typeface="Arial"/>
                        </a:rPr>
                        <a:t>Test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tabLst/>
                        <a:defRPr sz="1800"/>
                      </a:pPr>
                      <a:r>
                        <a:rPr>
                          <a:sym typeface="Arial"/>
                        </a:rPr>
                        <a:t>1million (98%)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tabLst/>
                        <a:defRPr sz="1800"/>
                      </a:pPr>
                      <a:r>
                        <a:rPr>
                          <a:sym typeface="Arial"/>
                        </a:rPr>
                        <a:t>10 thousand (1%)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tabLst/>
                        <a:defRPr sz="1800"/>
                      </a:pPr>
                      <a:r>
                        <a:rPr dirty="0">
                          <a:sym typeface="Arial"/>
                        </a:rPr>
                        <a:t>10 thousand (1%)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标题 1"/>
          <p:cNvSpPr txBox="1">
            <a:spLocks noGrp="1"/>
          </p:cNvSpPr>
          <p:nvPr>
            <p:ph type="title"/>
          </p:nvPr>
        </p:nvSpPr>
        <p:spPr>
          <a:xfrm>
            <a:off x="609603" y="188917"/>
            <a:ext cx="10970684" cy="935039"/>
          </a:xfrm>
          <a:prstGeom prst="rect">
            <a:avLst/>
          </a:prstGeom>
        </p:spPr>
        <p:txBody>
          <a:bodyPr/>
          <a:lstStyle/>
          <a:p>
            <a:r>
              <a:t>Bias / Variance</a:t>
            </a:r>
          </a:p>
        </p:txBody>
      </p:sp>
      <p:sp>
        <p:nvSpPr>
          <p:cNvPr id="130" name="灯片编号占位符 2"/>
          <p:cNvSpPr txBox="1">
            <a:spLocks noGrp="1"/>
          </p:cNvSpPr>
          <p:nvPr>
            <p:ph type="sldNum" sz="quarter" idx="2"/>
          </p:nvPr>
        </p:nvSpPr>
        <p:spPr>
          <a:xfrm>
            <a:off x="11270688" y="6394518"/>
            <a:ext cx="309600" cy="30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6799" tIns="46799" rIns="46799" bIns="46799" anchor="b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6CB4B4D-7CA3-9044-876B-883B54F8677D}" type="slidenum">
              <a:rPr lang="en-US" altLang="zh-CN" smtClean="0"/>
              <a:pPr/>
              <a:t>4</a:t>
            </a:fld>
            <a:endParaRPr/>
          </a:p>
        </p:txBody>
      </p:sp>
      <p:sp>
        <p:nvSpPr>
          <p:cNvPr id="131" name="日期占位符 3"/>
          <p:cNvSpPr txBox="1"/>
          <p:nvPr/>
        </p:nvSpPr>
        <p:spPr>
          <a:xfrm>
            <a:off x="652802" y="6453478"/>
            <a:ext cx="2756286" cy="266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6799" tIns="46799" rIns="46799" bIns="46799" anchor="b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/>
            </a:lvl1pPr>
          </a:lstStyle>
          <a:p>
            <a:r>
              <a:t>4/10/2024</a:t>
            </a:r>
          </a:p>
        </p:txBody>
      </p:sp>
      <p:pic>
        <p:nvPicPr>
          <p:cNvPr id="132" name="图片 9" descr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955" y="1669263"/>
            <a:ext cx="5369981" cy="40274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标题 1"/>
          <p:cNvSpPr txBox="1">
            <a:spLocks noGrp="1"/>
          </p:cNvSpPr>
          <p:nvPr>
            <p:ph type="title"/>
          </p:nvPr>
        </p:nvSpPr>
        <p:spPr>
          <a:xfrm>
            <a:off x="609603" y="188917"/>
            <a:ext cx="10970684" cy="935039"/>
          </a:xfrm>
          <a:prstGeom prst="rect">
            <a:avLst/>
          </a:prstGeom>
        </p:spPr>
        <p:txBody>
          <a:bodyPr/>
          <a:lstStyle/>
          <a:p>
            <a:r>
              <a:t>Bias / Variance</a:t>
            </a:r>
          </a:p>
        </p:txBody>
      </p:sp>
      <p:sp>
        <p:nvSpPr>
          <p:cNvPr id="138" name="灯片编号占位符 2"/>
          <p:cNvSpPr txBox="1">
            <a:spLocks noGrp="1"/>
          </p:cNvSpPr>
          <p:nvPr>
            <p:ph type="sldNum" sz="quarter" idx="2"/>
          </p:nvPr>
        </p:nvSpPr>
        <p:spPr>
          <a:xfrm>
            <a:off x="11270688" y="6394518"/>
            <a:ext cx="309600" cy="30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6799" tIns="46799" rIns="46799" bIns="46799" anchor="b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6CB4B4D-7CA3-9044-876B-883B54F8677D}" type="slidenum">
              <a:rPr lang="en-US" altLang="zh-CN" smtClean="0"/>
              <a:pPr/>
              <a:t>5</a:t>
            </a:fld>
            <a:endParaRPr/>
          </a:p>
        </p:txBody>
      </p:sp>
      <p:sp>
        <p:nvSpPr>
          <p:cNvPr id="139" name="日期占位符 3"/>
          <p:cNvSpPr txBox="1"/>
          <p:nvPr/>
        </p:nvSpPr>
        <p:spPr>
          <a:xfrm>
            <a:off x="652802" y="6453478"/>
            <a:ext cx="2756286" cy="266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6799" tIns="46799" rIns="46799" bIns="46799" anchor="b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/>
            </a:lvl1pPr>
          </a:lstStyle>
          <a:p>
            <a:r>
              <a:t>4/10/2024</a:t>
            </a:r>
          </a:p>
        </p:txBody>
      </p:sp>
      <p:pic>
        <p:nvPicPr>
          <p:cNvPr id="140" name="图片 6" descr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82" y="1859490"/>
            <a:ext cx="11709018" cy="38639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标题 1"/>
          <p:cNvSpPr txBox="1">
            <a:spLocks noGrp="1"/>
          </p:cNvSpPr>
          <p:nvPr>
            <p:ph type="title"/>
          </p:nvPr>
        </p:nvSpPr>
        <p:spPr>
          <a:xfrm>
            <a:off x="609603" y="188917"/>
            <a:ext cx="10970684" cy="935039"/>
          </a:xfrm>
          <a:prstGeom prst="rect">
            <a:avLst/>
          </a:prstGeom>
        </p:spPr>
        <p:txBody>
          <a:bodyPr/>
          <a:lstStyle/>
          <a:p>
            <a:r>
              <a:t>Bias / Variance</a:t>
            </a:r>
          </a:p>
        </p:txBody>
      </p:sp>
      <p:sp>
        <p:nvSpPr>
          <p:cNvPr id="154" name="内容占位符 2"/>
          <p:cNvSpPr txBox="1">
            <a:spLocks noGrp="1"/>
          </p:cNvSpPr>
          <p:nvPr>
            <p:ph type="body" idx="1"/>
          </p:nvPr>
        </p:nvSpPr>
        <p:spPr>
          <a:xfrm>
            <a:off x="609603" y="1052517"/>
            <a:ext cx="10970684" cy="4967289"/>
          </a:xfrm>
          <a:prstGeom prst="rect">
            <a:avLst/>
          </a:prstGeom>
        </p:spPr>
        <p:txBody>
          <a:bodyPr/>
          <a:lstStyle/>
          <a:p>
            <a:r>
              <a:t>When feature dimension is high: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Two metrics:</a:t>
            </a:r>
          </a:p>
          <a:p>
            <a:pPr marL="741362" lvl="1" indent="-284162">
              <a:spcBef>
                <a:spcPts val="500"/>
              </a:spcBef>
              <a:buClr>
                <a:srgbClr val="9999CC"/>
              </a:buClr>
              <a:defRPr sz="2000"/>
            </a:pPr>
            <a:r>
              <a:t>Train set error</a:t>
            </a:r>
          </a:p>
          <a:p>
            <a:pPr marL="741362" lvl="1" indent="-284162">
              <a:spcBef>
                <a:spcPts val="500"/>
              </a:spcBef>
              <a:buClr>
                <a:srgbClr val="9999CC"/>
              </a:buClr>
              <a:defRPr sz="2000"/>
            </a:pPr>
            <a:r>
              <a:t>Test set error</a:t>
            </a:r>
          </a:p>
        </p:txBody>
      </p:sp>
      <p:sp>
        <p:nvSpPr>
          <p:cNvPr id="155" name="灯片编号占位符 4"/>
          <p:cNvSpPr txBox="1">
            <a:spLocks noGrp="1"/>
          </p:cNvSpPr>
          <p:nvPr>
            <p:ph type="sldNum" sz="quarter" idx="2"/>
          </p:nvPr>
        </p:nvSpPr>
        <p:spPr>
          <a:xfrm>
            <a:off x="11270688" y="6394518"/>
            <a:ext cx="309600" cy="30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6799" tIns="46799" rIns="46799" bIns="46799" anchor="b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6CB4B4D-7CA3-9044-876B-883B54F8677D}" type="slidenum">
              <a:rPr lang="en-US" altLang="zh-CN" smtClean="0"/>
              <a:pPr/>
              <a:t>6</a:t>
            </a:fld>
            <a:endParaRPr/>
          </a:p>
        </p:txBody>
      </p:sp>
      <p:sp>
        <p:nvSpPr>
          <p:cNvPr id="156" name="日期占位符 5"/>
          <p:cNvSpPr txBox="1"/>
          <p:nvPr/>
        </p:nvSpPr>
        <p:spPr>
          <a:xfrm>
            <a:off x="652802" y="6453478"/>
            <a:ext cx="2756286" cy="266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6799" tIns="46799" rIns="46799" bIns="46799" anchor="b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/>
            </a:lvl1pPr>
          </a:lstStyle>
          <a:p>
            <a:r>
              <a:t>4/10/2024</a:t>
            </a:r>
          </a:p>
        </p:txBody>
      </p:sp>
      <p:pic>
        <p:nvPicPr>
          <p:cNvPr id="157" name="图片 6" descr="图片 6"/>
          <p:cNvPicPr>
            <a:picLocks noChangeAspect="1"/>
          </p:cNvPicPr>
          <p:nvPr/>
        </p:nvPicPr>
        <p:blipFill>
          <a:blip r:embed="rId2"/>
          <a:srcRect t="30006"/>
          <a:stretch>
            <a:fillRect/>
          </a:stretch>
        </p:blipFill>
        <p:spPr>
          <a:xfrm>
            <a:off x="0" y="2302933"/>
            <a:ext cx="10073563" cy="198597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标题 1"/>
          <p:cNvSpPr txBox="1">
            <a:spLocks noGrp="1"/>
          </p:cNvSpPr>
          <p:nvPr>
            <p:ph type="title"/>
          </p:nvPr>
        </p:nvSpPr>
        <p:spPr>
          <a:xfrm>
            <a:off x="609603" y="188917"/>
            <a:ext cx="10970684" cy="935039"/>
          </a:xfrm>
          <a:prstGeom prst="rect">
            <a:avLst/>
          </a:prstGeom>
        </p:spPr>
        <p:txBody>
          <a:bodyPr/>
          <a:lstStyle/>
          <a:p>
            <a:r>
              <a:t>Bias / Variance</a:t>
            </a:r>
          </a:p>
        </p:txBody>
      </p:sp>
      <p:sp>
        <p:nvSpPr>
          <p:cNvPr id="161" name="灯片编号占位符 2"/>
          <p:cNvSpPr txBox="1">
            <a:spLocks noGrp="1"/>
          </p:cNvSpPr>
          <p:nvPr>
            <p:ph type="sldNum" sz="quarter" idx="2"/>
          </p:nvPr>
        </p:nvSpPr>
        <p:spPr>
          <a:xfrm>
            <a:off x="11270688" y="6394518"/>
            <a:ext cx="309600" cy="30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6799" tIns="46799" rIns="46799" bIns="46799" anchor="b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6CB4B4D-7CA3-9044-876B-883B54F8677D}" type="slidenum">
              <a:rPr lang="en-US" altLang="zh-CN" smtClean="0"/>
              <a:pPr/>
              <a:t>7</a:t>
            </a:fld>
            <a:endParaRPr/>
          </a:p>
        </p:txBody>
      </p:sp>
      <p:graphicFrame>
        <p:nvGraphicFramePr>
          <p:cNvPr id="163" name="表格 5"/>
          <p:cNvGraphicFramePr/>
          <p:nvPr/>
        </p:nvGraphicFramePr>
        <p:xfrm>
          <a:off x="460747" y="2053164"/>
          <a:ext cx="10970685" cy="2751669"/>
        </p:xfrm>
        <a:graphic>
          <a:graphicData uri="http://schemas.openxmlformats.org/drawingml/2006/table">
            <a:tbl>
              <a:tblPr firstCol="1" bandRow="1"/>
              <a:tblGrid>
                <a:gridCol w="2194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7223">
                <a:tc>
                  <a:txBody>
                    <a:bodyPr/>
                    <a:lstStyle/>
                    <a:p>
                      <a:pPr algn="ctr">
                        <a:tabLst/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ym typeface="Arial"/>
                        </a:rPr>
                        <a:t>Train set error: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chemeClr val="accent6"/>
                      </a:solidFill>
                    </a:lnL>
                    <a:lnR w="12700">
                      <a:miter lim="400000"/>
                    </a:lnR>
                    <a:lnT w="12700">
                      <a:solidFill>
                        <a:schemeClr val="accent6"/>
                      </a:solidFill>
                    </a:lnT>
                    <a:lnB w="12700">
                      <a:solidFill>
                        <a:schemeClr val="accent6"/>
                      </a:solidFill>
                    </a:lnB>
                    <a:solidFill>
                      <a:srgbClr val="ADA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/>
                        <a:defRPr sz="1800"/>
                      </a:pPr>
                      <a:r>
                        <a:rPr>
                          <a:sym typeface="Arial"/>
                        </a:rPr>
                        <a:t>1%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chemeClr val="accent6"/>
                      </a:solidFill>
                    </a:lnT>
                    <a:lnB w="12700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/>
                        <a:defRPr sz="1800"/>
                      </a:pPr>
                      <a:r>
                        <a:rPr>
                          <a:sym typeface="Arial"/>
                        </a:rPr>
                        <a:t>15%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chemeClr val="accent6"/>
                      </a:solidFill>
                    </a:lnT>
                    <a:lnB w="12700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/>
                        <a:defRPr sz="1800"/>
                      </a:pPr>
                      <a:r>
                        <a:rPr>
                          <a:sym typeface="Arial"/>
                        </a:rPr>
                        <a:t>15%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chemeClr val="accent6"/>
                      </a:solidFill>
                    </a:lnT>
                    <a:lnB w="12700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/>
                        <a:defRPr sz="1800"/>
                      </a:pPr>
                      <a:r>
                        <a:rPr>
                          <a:sym typeface="Arial"/>
                        </a:rPr>
                        <a:t>0.5%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solidFill>
                        <a:schemeClr val="accent6"/>
                      </a:solidFill>
                    </a:lnR>
                    <a:lnT w="12700">
                      <a:solidFill>
                        <a:schemeClr val="accent6"/>
                      </a:solidFill>
                    </a:lnT>
                    <a:lnB w="12700">
                      <a:solidFill>
                        <a:schemeClr val="accent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7223">
                <a:tc>
                  <a:txBody>
                    <a:bodyPr/>
                    <a:lstStyle/>
                    <a:p>
                      <a:pPr algn="ctr">
                        <a:tabLst/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ym typeface="Arial"/>
                        </a:rPr>
                        <a:t>Test set error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chemeClr val="accent6"/>
                      </a:solidFill>
                    </a:lnL>
                    <a:lnR w="12700">
                      <a:miter lim="400000"/>
                    </a:lnR>
                    <a:lnT w="12700">
                      <a:solidFill>
                        <a:schemeClr val="accent6"/>
                      </a:solidFill>
                    </a:lnT>
                    <a:lnB w="12700">
                      <a:solidFill>
                        <a:schemeClr val="accent6"/>
                      </a:solidFill>
                    </a:lnB>
                    <a:solidFill>
                      <a:srgbClr val="ADA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/>
                        <a:defRPr sz="1800"/>
                      </a:pPr>
                      <a:r>
                        <a:rPr>
                          <a:sym typeface="Arial"/>
                        </a:rPr>
                        <a:t>11%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chemeClr val="accent6"/>
                      </a:solidFill>
                    </a:lnT>
                    <a:lnB w="12700">
                      <a:solidFill>
                        <a:schemeClr val="accent6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/>
                        <a:defRPr sz="1800"/>
                      </a:pPr>
                      <a:r>
                        <a:rPr>
                          <a:sym typeface="Arial"/>
                        </a:rPr>
                        <a:t>16%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chemeClr val="accent6"/>
                      </a:solidFill>
                    </a:lnT>
                    <a:lnB w="12700">
                      <a:solidFill>
                        <a:schemeClr val="accent6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/>
                        <a:defRPr sz="1800"/>
                      </a:pPr>
                      <a:r>
                        <a:rPr>
                          <a:sym typeface="Arial"/>
                        </a:rPr>
                        <a:t>30%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chemeClr val="accent6"/>
                      </a:solidFill>
                    </a:lnT>
                    <a:lnB w="12700">
                      <a:solidFill>
                        <a:schemeClr val="accent6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/>
                        <a:defRPr sz="1800"/>
                      </a:pPr>
                      <a:r>
                        <a:rPr>
                          <a:sym typeface="Arial"/>
                        </a:rPr>
                        <a:t>1%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solidFill>
                        <a:schemeClr val="accent6"/>
                      </a:solidFill>
                    </a:lnR>
                    <a:lnT w="12700">
                      <a:solidFill>
                        <a:schemeClr val="accent6"/>
                      </a:solidFill>
                    </a:lnT>
                    <a:lnB w="12700">
                      <a:solidFill>
                        <a:schemeClr val="accent6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7223">
                <a:tc>
                  <a:txBody>
                    <a:bodyPr/>
                    <a:lstStyle/>
                    <a:p>
                      <a:pPr algn="l">
                        <a:tabLst/>
                        <a:defRPr sz="1800">
                          <a:solidFill>
                            <a:srgbClr val="000000"/>
                          </a:solidFill>
                          <a:sym typeface="Arial"/>
                        </a:defRPr>
                      </a:pPr>
                      <a:endParaRPr/>
                    </a:p>
                  </a:txBody>
                  <a:tcPr marL="45720" marR="45720" anchor="ctr" horzOverflow="overflow">
                    <a:lnL w="12700">
                      <a:solidFill>
                        <a:schemeClr val="accent6"/>
                      </a:solidFill>
                    </a:lnL>
                    <a:lnR w="12700">
                      <a:miter lim="400000"/>
                    </a:lnR>
                    <a:lnT w="12700">
                      <a:solidFill>
                        <a:schemeClr val="accent6"/>
                      </a:solidFill>
                    </a:lnT>
                    <a:lnB w="12700">
                      <a:solidFill>
                        <a:schemeClr val="accent6"/>
                      </a:solidFill>
                    </a:lnB>
                    <a:solidFill>
                      <a:srgbClr val="ADA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/>
                        <a:defRPr sz="1800"/>
                      </a:pPr>
                      <a:r>
                        <a:rPr>
                          <a:sym typeface="Arial"/>
                        </a:rPr>
                        <a:t>High variance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chemeClr val="accent6"/>
                      </a:solidFill>
                    </a:lnT>
                    <a:lnB w="12700">
                      <a:solidFill>
                        <a:schemeClr val="accent6"/>
                      </a:solidFill>
                    </a:lnB>
                    <a:solidFill>
                      <a:srgbClr val="E7E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/>
                        <a:defRPr sz="1800"/>
                      </a:pPr>
                      <a:r>
                        <a:rPr>
                          <a:sym typeface="Arial"/>
                        </a:rPr>
                        <a:t>High bias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chemeClr val="accent6"/>
                      </a:solidFill>
                    </a:lnT>
                    <a:lnB w="12700">
                      <a:solidFill>
                        <a:schemeClr val="accent6"/>
                      </a:solidFill>
                    </a:lnB>
                    <a:solidFill>
                      <a:srgbClr val="E7E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/>
                        <a:defRPr sz="1800"/>
                      </a:pPr>
                      <a:r>
                        <a:rPr>
                          <a:sym typeface="Arial"/>
                        </a:rPr>
                        <a:t>High bias
High variance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chemeClr val="accent6"/>
                      </a:solidFill>
                    </a:lnT>
                    <a:lnB w="12700">
                      <a:solidFill>
                        <a:schemeClr val="accent6"/>
                      </a:solidFill>
                    </a:lnB>
                    <a:solidFill>
                      <a:srgbClr val="E7E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/>
                        <a:defRPr sz="1800"/>
                      </a:pPr>
                      <a:r>
                        <a:rPr>
                          <a:sym typeface="Arial"/>
                        </a:rPr>
                        <a:t>Low bias
Low variance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solidFill>
                        <a:schemeClr val="accent6"/>
                      </a:solidFill>
                    </a:lnR>
                    <a:lnT w="12700">
                      <a:solidFill>
                        <a:schemeClr val="accent6"/>
                      </a:solidFill>
                    </a:lnT>
                    <a:lnB w="12700">
                      <a:solidFill>
                        <a:schemeClr val="accent6"/>
                      </a:solidFill>
                    </a:lnB>
                    <a:solidFill>
                      <a:srgbClr val="E7E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8218F2-AD67-155F-3B1F-31E600D7A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Basic Recipe for Machine Learning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0A002D1-7E19-AFAE-B693-092345DEA1F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 bwMode="auto">
          <a:xfrm>
            <a:off x="11270688" y="6394518"/>
            <a:ext cx="309600" cy="309501"/>
          </a:xfrm>
          <a:prstGeom prst="rect">
            <a:avLst/>
          </a:prstGeom>
          <a:noFill/>
          <a:ln w="12700">
            <a:miter lim="4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46799" tIns="46799" rIns="46799" bIns="46799" numCol="1" anchor="b" anchorCtr="0" compatLnSpc="1">
            <a:prstTxWarp prst="textNoShape">
              <a:avLst/>
            </a:prstTxWarp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6CB4B4D-7CA3-9044-876B-883B54F8677D}" type="slidenum">
              <a:rPr lang="en-US" altLang="zh-CN" smtClean="0"/>
              <a:pPr/>
              <a:t>8</a:t>
            </a:fld>
            <a:endParaRPr lang="en-GB" altLang="zh-CN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F8D375-9CD9-6841-BE1D-8E9390DAFF67}"/>
              </a:ext>
            </a:extLst>
          </p:cNvPr>
          <p:cNvSpPr txBox="1"/>
          <p:nvPr/>
        </p:nvSpPr>
        <p:spPr>
          <a:xfrm>
            <a:off x="2211065" y="1946304"/>
            <a:ext cx="35624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High Bias?</a:t>
            </a:r>
            <a:br>
              <a:rPr lang="en-US" altLang="zh-CN" sz="2000" dirty="0"/>
            </a:b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0000FF"/>
                </a:solidFill>
              </a:rPr>
              <a:t>Training set performance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D7B39E-245F-A0C4-3357-CA91C4D784FD}"/>
              </a:ext>
            </a:extLst>
          </p:cNvPr>
          <p:cNvSpPr txBox="1"/>
          <p:nvPr/>
        </p:nvSpPr>
        <p:spPr>
          <a:xfrm>
            <a:off x="8073149" y="1946849"/>
            <a:ext cx="20915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Bigger network</a:t>
            </a:r>
          </a:p>
          <a:p>
            <a:r>
              <a:rPr lang="en-US" altLang="zh-CN" sz="2000" dirty="0"/>
              <a:t>Train longer</a:t>
            </a:r>
            <a:endParaRPr lang="zh-CN" altLang="en-US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5B748B6-48C0-5207-38B8-146B6E40FEAD}"/>
              </a:ext>
            </a:extLst>
          </p:cNvPr>
          <p:cNvSpPr txBox="1"/>
          <p:nvPr/>
        </p:nvSpPr>
        <p:spPr>
          <a:xfrm>
            <a:off x="2211065" y="3966589"/>
            <a:ext cx="35624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High Variance?</a:t>
            </a:r>
            <a:br>
              <a:rPr lang="en-US" altLang="zh-CN" sz="2000" dirty="0"/>
            </a:b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0000FF"/>
                </a:solidFill>
              </a:rPr>
              <a:t>Val set performance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1CCE528-C1A9-FC3A-4BF7-0C9EC922F9E8}"/>
              </a:ext>
            </a:extLst>
          </p:cNvPr>
          <p:cNvSpPr txBox="1"/>
          <p:nvPr/>
        </p:nvSpPr>
        <p:spPr>
          <a:xfrm>
            <a:off x="8073148" y="3966589"/>
            <a:ext cx="20915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More data</a:t>
            </a:r>
          </a:p>
          <a:p>
            <a:r>
              <a:rPr lang="en-US" altLang="zh-CN" sz="2000" dirty="0"/>
              <a:t>Regularization</a:t>
            </a:r>
            <a:endParaRPr lang="zh-CN" altLang="en-US" sz="2000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657A4A0-3E68-BE2A-9E1E-F8A05EDAC79F}"/>
              </a:ext>
            </a:extLst>
          </p:cNvPr>
          <p:cNvCxnSpPr>
            <a:stCxn id="6" idx="3"/>
            <a:endCxn id="7" idx="1"/>
          </p:cNvCxnSpPr>
          <p:nvPr/>
        </p:nvCxnSpPr>
        <p:spPr bwMode="auto">
          <a:xfrm>
            <a:off x="5773478" y="2300247"/>
            <a:ext cx="2299671" cy="545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2009273-FB0D-C6FC-A7DB-D11C4FB12422}"/>
              </a:ext>
            </a:extLst>
          </p:cNvPr>
          <p:cNvCxnSpPr>
            <a:stCxn id="8" idx="3"/>
            <a:endCxn id="9" idx="1"/>
          </p:cNvCxnSpPr>
          <p:nvPr/>
        </p:nvCxnSpPr>
        <p:spPr bwMode="auto">
          <a:xfrm>
            <a:off x="5773478" y="4320532"/>
            <a:ext cx="2299670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DAB9480-1B5E-15D8-2493-C05D7CA52EEF}"/>
              </a:ext>
            </a:extLst>
          </p:cNvPr>
          <p:cNvCxnSpPr>
            <a:stCxn id="6" idx="2"/>
            <a:endCxn id="8" idx="0"/>
          </p:cNvCxnSpPr>
          <p:nvPr/>
        </p:nvCxnSpPr>
        <p:spPr bwMode="auto">
          <a:xfrm>
            <a:off x="3992272" y="2654190"/>
            <a:ext cx="0" cy="1312399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AC8625AF-07B7-E6E7-C63D-9263B1AEAF8F}"/>
              </a:ext>
            </a:extLst>
          </p:cNvPr>
          <p:cNvSpPr txBox="1"/>
          <p:nvPr/>
        </p:nvSpPr>
        <p:spPr>
          <a:xfrm>
            <a:off x="6260550" y="2341410"/>
            <a:ext cx="1294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0000FF"/>
                </a:solidFill>
              </a:rPr>
              <a:t>Y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C00FE4C-4D64-74C9-7B7F-987550677D44}"/>
              </a:ext>
            </a:extLst>
          </p:cNvPr>
          <p:cNvSpPr txBox="1"/>
          <p:nvPr/>
        </p:nvSpPr>
        <p:spPr>
          <a:xfrm>
            <a:off x="6218977" y="4385100"/>
            <a:ext cx="1294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0000FF"/>
                </a:solidFill>
              </a:rPr>
              <a:t>Y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2E9AC42-FA36-AC11-B5F0-A280E356C133}"/>
              </a:ext>
            </a:extLst>
          </p:cNvPr>
          <p:cNvSpPr txBox="1"/>
          <p:nvPr/>
        </p:nvSpPr>
        <p:spPr>
          <a:xfrm>
            <a:off x="3596279" y="3110334"/>
            <a:ext cx="1294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0000FF"/>
                </a:solidFill>
              </a:rPr>
              <a:t>N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9147BC7-CED6-5FB0-3D2A-53FA800FA0BD}"/>
              </a:ext>
            </a:extLst>
          </p:cNvPr>
          <p:cNvSpPr txBox="1"/>
          <p:nvPr/>
        </p:nvSpPr>
        <p:spPr>
          <a:xfrm>
            <a:off x="3719619" y="4983080"/>
            <a:ext cx="1294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0000FF"/>
                </a:solidFill>
              </a:rPr>
              <a:t>N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3B23F78-622A-72DD-A6E5-9F47146370C3}"/>
              </a:ext>
            </a:extLst>
          </p:cNvPr>
          <p:cNvSpPr txBox="1"/>
          <p:nvPr/>
        </p:nvSpPr>
        <p:spPr>
          <a:xfrm>
            <a:off x="3345203" y="5586764"/>
            <a:ext cx="1294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Done</a:t>
            </a:r>
            <a:endParaRPr lang="zh-CN" altLang="en-US" sz="2000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1CAC12CF-514B-AA23-C89E-392B8857D929}"/>
              </a:ext>
            </a:extLst>
          </p:cNvPr>
          <p:cNvCxnSpPr>
            <a:stCxn id="8" idx="2"/>
            <a:endCxn id="22" idx="0"/>
          </p:cNvCxnSpPr>
          <p:nvPr/>
        </p:nvCxnSpPr>
        <p:spPr bwMode="auto">
          <a:xfrm flipH="1">
            <a:off x="3992271" y="4674475"/>
            <a:ext cx="1" cy="912289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91E1E1BA-AC09-8C83-990C-3BD3404FBEE2}"/>
              </a:ext>
            </a:extLst>
          </p:cNvPr>
          <p:cNvCxnSpPr>
            <a:stCxn id="7" idx="3"/>
            <a:endCxn id="6" idx="0"/>
          </p:cNvCxnSpPr>
          <p:nvPr/>
        </p:nvCxnSpPr>
        <p:spPr bwMode="auto">
          <a:xfrm flipH="1" flipV="1">
            <a:off x="3992272" y="1946304"/>
            <a:ext cx="6172454" cy="354488"/>
          </a:xfrm>
          <a:prstGeom prst="bentConnector4">
            <a:avLst>
              <a:gd name="adj1" fmla="val -3704"/>
              <a:gd name="adj2" fmla="val 164487"/>
            </a:avLst>
          </a:prstGeom>
          <a:ln w="19050">
            <a:headEnd type="none" w="med" len="med"/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361D04B5-2792-0717-6732-44789B9CE83B}"/>
              </a:ext>
            </a:extLst>
          </p:cNvPr>
          <p:cNvCxnSpPr>
            <a:cxnSpLocks/>
            <a:stCxn id="9" idx="3"/>
            <a:endCxn id="6" idx="0"/>
          </p:cNvCxnSpPr>
          <p:nvPr/>
        </p:nvCxnSpPr>
        <p:spPr bwMode="auto">
          <a:xfrm flipH="1" flipV="1">
            <a:off x="3992272" y="1946304"/>
            <a:ext cx="6172453" cy="2374228"/>
          </a:xfrm>
          <a:prstGeom prst="bentConnector4">
            <a:avLst>
              <a:gd name="adj1" fmla="val -9733"/>
              <a:gd name="adj2" fmla="val 132020"/>
            </a:avLst>
          </a:prstGeom>
          <a:ln w="19050">
            <a:headEnd type="none" w="med" len="med"/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16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8" grpId="0"/>
      <p:bldP spid="19" grpId="0"/>
      <p:bldP spid="20" grpId="0"/>
      <p:bldP spid="21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AE204-6A4B-DADB-5352-8801FAAFB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DAAB6-7129-8623-BD04-B6D2D4E9E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72440-D367-CE37-9408-2FA266D50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Two aspects of training networks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Optimization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How do we minimize the loss function effectively?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Generalization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How do we avoid overfitting?</a:t>
            </a:r>
          </a:p>
          <a:p>
            <a:pPr>
              <a:lnSpc>
                <a:spcPct val="100000"/>
              </a:lnSpc>
            </a:pPr>
            <a:r>
              <a:rPr lang="en-US" dirty="0"/>
              <a:t>CNN training pipeline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Data processing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Weight initialization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Parameter updates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Batch normalization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Avoid overfitting: Regularization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3B2447-713F-C5CE-6B73-2FC5B04A8C6E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60112360-2B12-4113-A327-A2984A98F1DB}" type="slidenum">
              <a:rPr lang="zh-CN" altLang="en-GB">
                <a:ea typeface="宋体" pitchFamily="2" charset="-122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GB" altLang="zh-CN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0770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Supervised learning paradigm</a:t>
            </a:r>
          </a:p>
          <a:p>
            <a:r>
              <a:rPr lang="en-US" dirty="0"/>
              <a:t>Mini-batch SGD</a:t>
            </a:r>
          </a:p>
          <a:p>
            <a:pPr marL="457200" lvl="1" indent="0">
              <a:buNone/>
            </a:pPr>
            <a:r>
              <a:rPr lang="en-US" dirty="0"/>
              <a:t>Loop:</a:t>
            </a:r>
          </a:p>
          <a:p>
            <a:pPr lvl="1"/>
            <a:r>
              <a:rPr lang="en-US" dirty="0"/>
              <a:t>Sample a (mini-)batch of data</a:t>
            </a:r>
          </a:p>
          <a:p>
            <a:pPr lvl="1"/>
            <a:r>
              <a:rPr lang="en-US" dirty="0"/>
              <a:t>Forward propagation it through the network, compute loss</a:t>
            </a:r>
          </a:p>
          <a:p>
            <a:pPr lvl="1"/>
            <a:r>
              <a:rPr lang="en-US" dirty="0"/>
              <a:t>Backpropagation to calculate the gradients</a:t>
            </a:r>
          </a:p>
          <a:p>
            <a:pPr lvl="1"/>
            <a:r>
              <a:rPr lang="en-US" dirty="0"/>
              <a:t>Update the parameters using the gradient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10</a:t>
            </a:fld>
            <a:endParaRPr lang="en-GB" altLang="zh-C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1590"/>
          <a:stretch/>
        </p:blipFill>
        <p:spPr>
          <a:xfrm>
            <a:off x="3956356" y="3802325"/>
            <a:ext cx="4277700" cy="246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663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11</a:t>
            </a:fld>
            <a:endParaRPr lang="en-GB" altLang="zh-C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539" y="1564838"/>
            <a:ext cx="8492811" cy="424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24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  <a:p>
            <a:pPr lvl="1"/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12</a:t>
            </a:fld>
            <a:endParaRPr lang="en-GB" altLang="zh-CN"/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675" y="1610164"/>
            <a:ext cx="7941539" cy="4079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4061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  <a:p>
            <a:pPr lvl="1"/>
            <a:r>
              <a:rPr lang="en-US" dirty="0"/>
              <a:t> Error surfaces with long, narrow ravines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13</a:t>
            </a:fld>
            <a:endParaRPr lang="en-GB" altLang="zh-C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110" y="2205306"/>
            <a:ext cx="6792178" cy="266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978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  <a:p>
            <a:pPr lvl="1"/>
            <a:r>
              <a:rPr lang="en-US" dirty="0"/>
              <a:t> Example of linear regression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Which direction of weights has a larger gradient updates?</a:t>
            </a:r>
          </a:p>
          <a:p>
            <a:pPr lvl="1"/>
            <a:r>
              <a:rPr lang="en-US" dirty="0"/>
              <a:t>Which one do you want to receive a larger update?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14</a:t>
            </a:fld>
            <a:endParaRPr lang="en-GB" altLang="zh-C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207" y="1932624"/>
            <a:ext cx="6602635" cy="242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824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normalization</a:t>
            </a:r>
          </a:p>
          <a:p>
            <a:pPr lvl="1"/>
            <a:r>
              <a:rPr lang="en-US" dirty="0"/>
              <a:t>To avoid these problems, center your inputs to zero mean and unit variance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15</a:t>
            </a:fld>
            <a:endParaRPr lang="en-GB" altLang="zh-CN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40"/>
          <a:stretch/>
        </p:blipFill>
        <p:spPr bwMode="auto">
          <a:xfrm>
            <a:off x="2337193" y="2308818"/>
            <a:ext cx="7183838" cy="3220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7014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advanced methods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16</a:t>
            </a:fld>
            <a:endParaRPr lang="en-GB" altLang="zh-CN"/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99"/>
          <a:stretch/>
        </p:blipFill>
        <p:spPr bwMode="auto">
          <a:xfrm>
            <a:off x="2400574" y="1672849"/>
            <a:ext cx="7389264" cy="3207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8716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17</a:t>
            </a:fld>
            <a:endParaRPr lang="en-GB" altLang="zh-C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168" y="1433817"/>
            <a:ext cx="8592462" cy="420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796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visual recognition tasks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In practice for images: centering only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Not common to do PCA or whitening</a:t>
            </a:r>
          </a:p>
          <a:p>
            <a:r>
              <a:rPr lang="en-US" altLang="zh-CN" dirty="0"/>
              <a:t>For example, CIFAR-10</a:t>
            </a:r>
          </a:p>
          <a:p>
            <a:pPr lvl="1"/>
            <a:r>
              <a:rPr lang="en-US" dirty="0"/>
              <a:t>Subtract the mean image (e.g. </a:t>
            </a:r>
            <a:r>
              <a:rPr lang="en-US" dirty="0" err="1"/>
              <a:t>AlexNet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0070C0"/>
                </a:solidFill>
              </a:rPr>
              <a:t>(mean image = [32,32,3] array)</a:t>
            </a:r>
          </a:p>
          <a:p>
            <a:pPr lvl="1"/>
            <a:r>
              <a:rPr lang="en-US" dirty="0"/>
              <a:t>Subtract per-channel mean (e.g. </a:t>
            </a:r>
            <a:r>
              <a:rPr lang="en-US" dirty="0" err="1"/>
              <a:t>VGGNet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70C0"/>
                </a:solidFill>
              </a:rPr>
              <a:t>    (mean along each channel = 3 numbers)</a:t>
            </a:r>
          </a:p>
          <a:p>
            <a:pPr lvl="1"/>
            <a:r>
              <a:rPr lang="en-US" dirty="0"/>
              <a:t>Subtract per-channel mean and Divide by per-channel </a:t>
            </a:r>
            <a:r>
              <a:rPr lang="en-US" dirty="0" err="1"/>
              <a:t>std</a:t>
            </a:r>
            <a:r>
              <a:rPr lang="en-US" dirty="0"/>
              <a:t> (e.g. </a:t>
            </a:r>
            <a:r>
              <a:rPr lang="en-US" dirty="0" err="1"/>
              <a:t>ResNet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0070C0"/>
                </a:solidFill>
              </a:rPr>
              <a:t>(mean along each channel = 3 numbers)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18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554058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3" y="1200949"/>
            <a:ext cx="8228013" cy="4967287"/>
          </a:xfrm>
        </p:spPr>
        <p:txBody>
          <a:bodyPr/>
          <a:lstStyle/>
          <a:p>
            <a:pPr marL="341313" lvl="1" indent="-341313">
              <a:spcBef>
                <a:spcPts val="1800"/>
              </a:spcBef>
              <a:buClr>
                <a:srgbClr val="00007D"/>
              </a:buClr>
              <a:buSzPct val="75000"/>
              <a:buFont typeface="Wingdings" pitchFamily="2" charset="2"/>
              <a:buChar char=""/>
            </a:pPr>
            <a:r>
              <a:rPr lang="en-US" altLang="zh-CN" sz="2400" dirty="0"/>
              <a:t>Overview of CNN training</a:t>
            </a:r>
            <a:endParaRPr lang="en-US" sz="2400" dirty="0"/>
          </a:p>
          <a:p>
            <a:pPr>
              <a:spcBef>
                <a:spcPts val="1800"/>
              </a:spcBef>
            </a:pPr>
            <a:r>
              <a:rPr lang="en-US" dirty="0"/>
              <a:t>CNN training as optimization </a:t>
            </a:r>
          </a:p>
          <a:p>
            <a:pPr lvl="1">
              <a:spcBef>
                <a:spcPts val="180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Data preprocessing</a:t>
            </a:r>
          </a:p>
          <a:p>
            <a:pPr lvl="1">
              <a:spcBef>
                <a:spcPts val="1800"/>
              </a:spcBef>
            </a:pPr>
            <a:r>
              <a:rPr lang="en-US" altLang="zh-CN" dirty="0">
                <a:solidFill>
                  <a:schemeClr val="tx1"/>
                </a:solidFill>
              </a:rPr>
              <a:t>Weight initialization</a:t>
            </a:r>
          </a:p>
          <a:p>
            <a:pPr lvl="1">
              <a:spcBef>
                <a:spcPts val="1800"/>
              </a:spcBef>
            </a:pPr>
            <a:r>
              <a:rPr lang="en-US" altLang="zh-CN" dirty="0"/>
              <a:t>Parameter update</a:t>
            </a:r>
          </a:p>
          <a:p>
            <a:pPr lvl="1">
              <a:spcBef>
                <a:spcPts val="1800"/>
              </a:spcBef>
            </a:pPr>
            <a:r>
              <a:rPr lang="en-US" altLang="zh-CN" dirty="0"/>
              <a:t>Batch normalization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en-US" altLang="zh-CN" dirty="0"/>
              <a:t>Avoid overfitting: Regularization</a:t>
            </a:r>
            <a:endParaRPr lang="en-US" dirty="0"/>
          </a:p>
          <a:p>
            <a:pPr lvl="1">
              <a:spcBef>
                <a:spcPts val="1800"/>
              </a:spcBef>
            </a:pPr>
            <a:endParaRPr lang="en-US" dirty="0"/>
          </a:p>
          <a:p>
            <a:pPr lvl="1">
              <a:spcBef>
                <a:spcPts val="1800"/>
              </a:spcBef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19</a:t>
            </a:fld>
            <a:endParaRPr lang="en-GB" altLang="zh-CN"/>
          </a:p>
        </p:txBody>
      </p:sp>
      <p:sp>
        <p:nvSpPr>
          <p:cNvPr id="7" name="Rectangle 6"/>
          <p:cNvSpPr/>
          <p:nvPr/>
        </p:nvSpPr>
        <p:spPr>
          <a:xfrm>
            <a:off x="1918530" y="6022062"/>
            <a:ext cx="83533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ts val="1800"/>
              </a:spcBef>
            </a:pPr>
            <a:r>
              <a:rPr lang="en-US" i="1" dirty="0"/>
              <a:t>Acknowledgement: </a:t>
            </a:r>
            <a:r>
              <a:rPr lang="en-US" i="1" dirty="0" err="1"/>
              <a:t>UofT</a:t>
            </a:r>
            <a:r>
              <a:rPr lang="en-US" i="1" dirty="0"/>
              <a:t>, CMU &amp; </a:t>
            </a:r>
            <a:r>
              <a:rPr lang="en-US" i="1" dirty="0" err="1"/>
              <a:t>Feifei</a:t>
            </a:r>
            <a:r>
              <a:rPr lang="en-US" i="1" dirty="0"/>
              <a:t> Li’s cs231n notes</a:t>
            </a:r>
          </a:p>
        </p:txBody>
      </p:sp>
    </p:spTree>
    <p:extLst>
      <p:ext uri="{BB962C8B-B14F-4D97-AF65-F5344CB8AC3E}">
        <p14:creationId xmlns:p14="http://schemas.microsoft.com/office/powerpoint/2010/main" val="3102073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Non-convex objective functions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Neural nets have a weight symmetry: permute all the hidden units in a given layer and obtain an equivalent solution.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Q: What happens when W=0 initialization is used?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20</a:t>
            </a:fld>
            <a:endParaRPr lang="en-GB" altLang="zh-CN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62" t="17847" r="17508" b="8690"/>
          <a:stretch/>
        </p:blipFill>
        <p:spPr bwMode="auto">
          <a:xfrm>
            <a:off x="1981200" y="2508207"/>
            <a:ext cx="4964198" cy="3297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5260BBB-ADFC-0BCD-224A-2A9DDAD800A6}"/>
              </a:ext>
            </a:extLst>
          </p:cNvPr>
          <p:cNvSpPr txBox="1"/>
          <p:nvPr/>
        </p:nvSpPr>
        <p:spPr>
          <a:xfrm>
            <a:off x="6521743" y="3429001"/>
            <a:ext cx="359882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altLang="zh-CN" sz="2000" dirty="0">
                <a:solidFill>
                  <a:srgbClr val="C00000"/>
                </a:solidFill>
              </a:rPr>
              <a:t>A: All output are 0, all gradients are the same!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solidFill>
                  <a:srgbClr val="C00000"/>
                </a:solidFill>
              </a:rPr>
              <a:t>No “symmetry breaking”</a:t>
            </a:r>
          </a:p>
        </p:txBody>
      </p:sp>
    </p:spTree>
    <p:extLst>
      <p:ext uri="{BB962C8B-B14F-4D97-AF65-F5344CB8AC3E}">
        <p14:creationId xmlns:p14="http://schemas.microsoft.com/office/powerpoint/2010/main" val="3910340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idea: Small random numbers</a:t>
            </a:r>
          </a:p>
          <a:p>
            <a:pPr lvl="1"/>
            <a:r>
              <a:rPr lang="en-US" dirty="0"/>
              <a:t>Gaussian with zero mean and 1e-2 </a:t>
            </a:r>
            <a:r>
              <a:rPr lang="en-US" dirty="0" err="1"/>
              <a:t>std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Simpler models to start</a:t>
            </a:r>
          </a:p>
          <a:p>
            <a:pPr lvl="1"/>
            <a:r>
              <a:rPr lang="en-US" dirty="0"/>
              <a:t>Outputs are close to uniform for classification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21</a:t>
            </a:fld>
            <a:endParaRPr lang="en-GB" altLang="zh-CN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36" t="50819" r="11954"/>
          <a:stretch/>
        </p:blipFill>
        <p:spPr bwMode="auto">
          <a:xfrm>
            <a:off x="2951236" y="1909729"/>
            <a:ext cx="6038987" cy="1008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54"/>
          <a:stretch/>
        </p:blipFill>
        <p:spPr bwMode="auto">
          <a:xfrm>
            <a:off x="2377827" y="3703682"/>
            <a:ext cx="7143204" cy="913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1651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Motivating example</a:t>
            </a:r>
          </a:p>
          <a:p>
            <a:pPr lvl="1"/>
            <a:r>
              <a:rPr lang="en-US" dirty="0"/>
              <a:t>Look at some activation statistics</a:t>
            </a:r>
          </a:p>
          <a:p>
            <a:pPr lvl="1"/>
            <a:r>
              <a:rPr lang="en-US" dirty="0"/>
              <a:t>E.g., 10-layer net with 500 neurons on each layer using </a:t>
            </a:r>
            <a:r>
              <a:rPr lang="en-US" dirty="0" err="1"/>
              <a:t>tanh</a:t>
            </a:r>
            <a:r>
              <a:rPr lang="en-US" dirty="0"/>
              <a:t> non-</a:t>
            </a:r>
            <a:r>
              <a:rPr lang="en-US" dirty="0" err="1"/>
              <a:t>linearities</a:t>
            </a:r>
            <a:r>
              <a:rPr lang="en-US" dirty="0"/>
              <a:t>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22</a:t>
            </a:fld>
            <a:endParaRPr lang="en-GB" altLang="zh-CN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6" r="23545" b="56395"/>
          <a:stretch/>
        </p:blipFill>
        <p:spPr bwMode="auto">
          <a:xfrm>
            <a:off x="1922834" y="2492767"/>
            <a:ext cx="8346332" cy="3638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96310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Motivating example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23</a:t>
            </a:fld>
            <a:endParaRPr lang="en-GB" altLang="zh-CN"/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18" r="27310"/>
          <a:stretch/>
        </p:blipFill>
        <p:spPr bwMode="auto">
          <a:xfrm>
            <a:off x="1722689" y="1536971"/>
            <a:ext cx="9082108" cy="4824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4550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Motivating example</a:t>
            </a:r>
          </a:p>
          <a:p>
            <a:pPr lvl="1"/>
            <a:r>
              <a:rPr lang="en-US" dirty="0"/>
              <a:t>All activations tend to zero for deeper network layers</a:t>
            </a:r>
          </a:p>
          <a:p>
            <a:pPr lvl="1"/>
            <a:r>
              <a:rPr lang="en-US" dirty="0"/>
              <a:t>Q: What do the gradients </a:t>
            </a:r>
            <a:r>
              <a:rPr lang="en-US" dirty="0" err="1"/>
              <a:t>dL</a:t>
            </a:r>
            <a:r>
              <a:rPr lang="en-US" dirty="0"/>
              <a:t>/</a:t>
            </a:r>
            <a:r>
              <a:rPr lang="en-US" dirty="0" err="1"/>
              <a:t>dW</a:t>
            </a:r>
            <a:r>
              <a:rPr lang="en-US" dirty="0"/>
              <a:t> look like?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24</a:t>
            </a:fld>
            <a:endParaRPr lang="en-GB" altLang="zh-CN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82" r="32817"/>
          <a:stretch/>
        </p:blipFill>
        <p:spPr bwMode="auto">
          <a:xfrm>
            <a:off x="451563" y="2560712"/>
            <a:ext cx="6305725" cy="3364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62" t="17847" r="17508" b="8690"/>
          <a:stretch/>
        </p:blipFill>
        <p:spPr bwMode="auto">
          <a:xfrm>
            <a:off x="6863647" y="2883440"/>
            <a:ext cx="3532609" cy="2346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0035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Motivating example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25</a:t>
            </a:fld>
            <a:endParaRPr lang="en-GB" altLang="zh-CN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" r="35930" b="68625"/>
          <a:stretch/>
        </p:blipFill>
        <p:spPr bwMode="auto">
          <a:xfrm>
            <a:off x="2283249" y="1819072"/>
            <a:ext cx="7925964" cy="1875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157" r="35461"/>
          <a:stretch/>
        </p:blipFill>
        <p:spPr bwMode="auto">
          <a:xfrm>
            <a:off x="1855479" y="3846893"/>
            <a:ext cx="8481042" cy="2223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47301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Motivating example</a:t>
            </a:r>
          </a:p>
          <a:p>
            <a:pPr lvl="1"/>
            <a:r>
              <a:rPr lang="en-US" dirty="0"/>
              <a:t>All activations saturate</a:t>
            </a:r>
          </a:p>
          <a:p>
            <a:pPr lvl="1"/>
            <a:r>
              <a:rPr lang="en-US" dirty="0"/>
              <a:t>Q: What do the gradients look like?</a:t>
            </a:r>
          </a:p>
          <a:p>
            <a:pPr lvl="1"/>
            <a:r>
              <a:rPr lang="en-US" dirty="0"/>
              <a:t>A: Local gradients all zero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26</a:t>
            </a:fld>
            <a:endParaRPr lang="en-GB" altLang="zh-CN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157" r="35461"/>
          <a:stretch/>
        </p:blipFill>
        <p:spPr bwMode="auto">
          <a:xfrm>
            <a:off x="1855479" y="3846893"/>
            <a:ext cx="8481042" cy="2223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95621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Xavier initialization </a:t>
            </a:r>
            <a:r>
              <a:rPr lang="en-US" sz="1600" dirty="0"/>
              <a:t>[</a:t>
            </a:r>
            <a:r>
              <a:rPr lang="en-US" altLang="zh-CN" sz="1600" dirty="0" err="1"/>
              <a:t>Glorot</a:t>
            </a:r>
            <a:r>
              <a:rPr lang="en-US" altLang="zh-CN" sz="1600" dirty="0"/>
              <a:t> and </a:t>
            </a:r>
            <a:r>
              <a:rPr lang="en-US" altLang="zh-CN" sz="1600" dirty="0" err="1"/>
              <a:t>Bengio</a:t>
            </a:r>
            <a:r>
              <a:rPr lang="en-US" altLang="zh-CN" sz="1600" dirty="0"/>
              <a:t>, AISTAT 2010</a:t>
            </a:r>
            <a:r>
              <a:rPr lang="en-US" sz="1600" dirty="0"/>
              <a:t>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altLang="zh-CN" dirty="0" err="1"/>
              <a:t>std</a:t>
            </a:r>
            <a:r>
              <a:rPr lang="en-US" altLang="zh-CN" dirty="0"/>
              <a:t> = 1/</a:t>
            </a:r>
            <a:r>
              <a:rPr lang="en-US" altLang="zh-CN" dirty="0" err="1"/>
              <a:t>sqrt</a:t>
            </a:r>
            <a:r>
              <a:rPr lang="en-US" altLang="zh-CN" dirty="0"/>
              <a:t>(</a:t>
            </a:r>
            <a:r>
              <a:rPr lang="en-US" altLang="zh-CN" dirty="0" err="1"/>
              <a:t>fan_in</a:t>
            </a:r>
            <a:r>
              <a:rPr lang="en-US" altLang="zh-CN" dirty="0"/>
              <a:t>): activations are nicely scaled for all layers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27</a:t>
            </a:fld>
            <a:endParaRPr lang="en-GB" altLang="zh-CN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53" b="93036"/>
          <a:stretch/>
        </p:blipFill>
        <p:spPr bwMode="auto">
          <a:xfrm>
            <a:off x="2467582" y="1645765"/>
            <a:ext cx="7668441" cy="37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99" r="33287"/>
          <a:stretch/>
        </p:blipFill>
        <p:spPr bwMode="auto">
          <a:xfrm>
            <a:off x="2627403" y="2684835"/>
            <a:ext cx="6937195" cy="3714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25916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Xavier initialization </a:t>
            </a:r>
            <a:r>
              <a:rPr lang="en-US" sz="1600" dirty="0"/>
              <a:t>[</a:t>
            </a:r>
            <a:r>
              <a:rPr lang="en-US" altLang="zh-CN" sz="1600" dirty="0" err="1"/>
              <a:t>Glorot</a:t>
            </a:r>
            <a:r>
              <a:rPr lang="en-US" altLang="zh-CN" sz="1600" dirty="0"/>
              <a:t> and </a:t>
            </a:r>
            <a:r>
              <a:rPr lang="en-US" altLang="zh-CN" sz="1600" dirty="0" err="1"/>
              <a:t>Bengio</a:t>
            </a:r>
            <a:r>
              <a:rPr lang="en-US" altLang="zh-CN" sz="1600" dirty="0"/>
              <a:t>, AISTAT 2010</a:t>
            </a:r>
            <a:r>
              <a:rPr lang="en-US" sz="1600" dirty="0"/>
              <a:t>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altLang="zh-CN" dirty="0"/>
              <a:t>For </a:t>
            </a:r>
            <a:r>
              <a:rPr lang="en-US" altLang="zh-CN" dirty="0" err="1"/>
              <a:t>conv</a:t>
            </a:r>
            <a:r>
              <a:rPr lang="en-US" altLang="zh-CN" dirty="0"/>
              <a:t> layers, </a:t>
            </a:r>
            <a:r>
              <a:rPr lang="en-US" altLang="zh-CN" dirty="0" err="1"/>
              <a:t>fan_in</a:t>
            </a:r>
            <a:r>
              <a:rPr lang="en-US" altLang="zh-CN" dirty="0"/>
              <a:t> is filter_size</a:t>
            </a:r>
            <a:r>
              <a:rPr lang="en-US" altLang="zh-CN" baseline="30000" dirty="0"/>
              <a:t>2</a:t>
            </a:r>
            <a:r>
              <a:rPr lang="en-US" altLang="zh-CN" dirty="0"/>
              <a:t> * </a:t>
            </a:r>
            <a:r>
              <a:rPr lang="en-US" altLang="zh-CN" dirty="0" err="1"/>
              <a:t>input_channels</a:t>
            </a:r>
            <a:endParaRPr lang="en-US" altLang="zh-C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28</a:t>
            </a:fld>
            <a:endParaRPr lang="en-GB" altLang="zh-CN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53" b="93036"/>
          <a:stretch/>
        </p:blipFill>
        <p:spPr bwMode="auto">
          <a:xfrm>
            <a:off x="2467582" y="1645765"/>
            <a:ext cx="7668441" cy="37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99" r="33287"/>
          <a:stretch/>
        </p:blipFill>
        <p:spPr bwMode="auto">
          <a:xfrm>
            <a:off x="2627403" y="2684835"/>
            <a:ext cx="6937195" cy="3714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43791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Theoretic analysis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29</a:t>
            </a:fld>
            <a:endParaRPr lang="en-GB" altLang="zh-CN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739" y="1644307"/>
            <a:ext cx="8046718" cy="4306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45696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Problems with </a:t>
            </a:r>
            <a:r>
              <a:rPr lang="en-US" dirty="0" err="1"/>
              <a:t>ReLU</a:t>
            </a:r>
            <a:r>
              <a:rPr lang="en-US" dirty="0"/>
              <a:t> activation</a:t>
            </a:r>
          </a:p>
          <a:p>
            <a:pPr lvl="1"/>
            <a:r>
              <a:rPr lang="en-US" dirty="0"/>
              <a:t>Xavier initialization assumes zero centered activation function, and hence breaks under </a:t>
            </a:r>
            <a:r>
              <a:rPr lang="en-US" dirty="0" err="1"/>
              <a:t>ReLU</a:t>
            </a:r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30</a:t>
            </a:fld>
            <a:endParaRPr lang="en-GB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42" r="32024"/>
          <a:stretch/>
        </p:blipFill>
        <p:spPr bwMode="auto">
          <a:xfrm>
            <a:off x="2362837" y="2104283"/>
            <a:ext cx="7765959" cy="4217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27676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Initialization for CNNs with </a:t>
            </a:r>
            <a:r>
              <a:rPr lang="en-US" dirty="0" err="1"/>
              <a:t>ReLU</a:t>
            </a:r>
            <a:r>
              <a:rPr lang="en-US" dirty="0"/>
              <a:t> </a:t>
            </a:r>
            <a:r>
              <a:rPr lang="en-US" sz="1800" dirty="0"/>
              <a:t>[He et al., 2015]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MSRA Initialization: </a:t>
            </a:r>
            <a:r>
              <a:rPr lang="en-US" dirty="0" err="1"/>
              <a:t>std</a:t>
            </a:r>
            <a:r>
              <a:rPr lang="en-US" dirty="0"/>
              <a:t> = </a:t>
            </a:r>
            <a:r>
              <a:rPr lang="en-US" dirty="0" err="1"/>
              <a:t>sqrt</a:t>
            </a:r>
            <a:r>
              <a:rPr lang="en-US" dirty="0"/>
              <a:t>(2/</a:t>
            </a:r>
            <a:r>
              <a:rPr lang="en-US" dirty="0" err="1"/>
              <a:t>fan_in</a:t>
            </a:r>
            <a:r>
              <a:rPr lang="en-US" dirty="0"/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31</a:t>
            </a:fld>
            <a:endParaRPr lang="en-GB" altLang="zh-CN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8" b="92519"/>
          <a:stretch/>
        </p:blipFill>
        <p:spPr bwMode="auto">
          <a:xfrm>
            <a:off x="2620706" y="1612360"/>
            <a:ext cx="7298984" cy="375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104" y="1987551"/>
            <a:ext cx="6395837" cy="4066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55BD918-1ABC-4CAF-97CA-15EBF7BA335B}"/>
              </a:ext>
            </a:extLst>
          </p:cNvPr>
          <p:cNvSpPr txBox="1"/>
          <p:nvPr/>
        </p:nvSpPr>
        <p:spPr>
          <a:xfrm>
            <a:off x="1524000" y="5984989"/>
            <a:ext cx="90958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altLang="zh-CN" sz="1400" dirty="0"/>
              <a:t>He et al, “Delving Deep into Rectifiers: Surpassing Human-level Performance on ImageNet Classification”, ICCV 2015</a:t>
            </a:r>
            <a:endParaRPr lang="en-US" altLang="zh-CN" sz="1400" i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E8D7456-2F85-D44A-86B2-758B1233E8F7}"/>
              </a:ext>
            </a:extLst>
          </p:cNvPr>
          <p:cNvSpPr txBox="1"/>
          <p:nvPr/>
        </p:nvSpPr>
        <p:spPr>
          <a:xfrm>
            <a:off x="5322906" y="256867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chemeClr val="accent2"/>
                </a:solidFill>
              </a:rPr>
              <a:t>ReLU</a:t>
            </a:r>
            <a:r>
              <a:rPr lang="en-US" altLang="zh-CN" dirty="0">
                <a:solidFill>
                  <a:schemeClr val="accent2"/>
                </a:solidFill>
              </a:rPr>
              <a:t> correction: std = sqrt (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dirty="0">
                <a:solidFill>
                  <a:schemeClr val="accent2"/>
                </a:solidFill>
              </a:rPr>
              <a:t>/Din)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818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Weight initialization is an active are</a:t>
            </a:r>
            <a:r>
              <a:rPr lang="en-US" altLang="zh-CN" dirty="0"/>
              <a:t>a</a:t>
            </a:r>
            <a:r>
              <a:rPr lang="en-US" dirty="0"/>
              <a:t> of research…</a:t>
            </a:r>
          </a:p>
          <a:p>
            <a:pPr lvl="1"/>
            <a:r>
              <a:rPr lang="en-US" sz="1800" dirty="0"/>
              <a:t>Understanding the difficulty of training deep feedforward neural networks </a:t>
            </a:r>
            <a:r>
              <a:rPr lang="en-US" sz="1800" i="1" dirty="0"/>
              <a:t>by </a:t>
            </a:r>
            <a:r>
              <a:rPr lang="en-US" sz="1800" i="1" dirty="0" err="1"/>
              <a:t>Glorot</a:t>
            </a:r>
            <a:r>
              <a:rPr lang="en-US" sz="1800" i="1" dirty="0"/>
              <a:t> and </a:t>
            </a:r>
            <a:r>
              <a:rPr lang="en-US" sz="1800" i="1" dirty="0" err="1"/>
              <a:t>Bengio</a:t>
            </a:r>
            <a:r>
              <a:rPr lang="en-US" sz="1800" i="1" dirty="0"/>
              <a:t>, 2010</a:t>
            </a:r>
          </a:p>
          <a:p>
            <a:pPr lvl="1"/>
            <a:r>
              <a:rPr lang="en-US" sz="1800" dirty="0"/>
              <a:t>Exact solutions to the nonlinear dynamics of learning in deep linear neural networks </a:t>
            </a:r>
            <a:r>
              <a:rPr lang="en-US" sz="1800" i="1" dirty="0"/>
              <a:t>by Saxe et al, 2013</a:t>
            </a:r>
          </a:p>
          <a:p>
            <a:pPr lvl="1"/>
            <a:r>
              <a:rPr lang="en-US" sz="1800" dirty="0"/>
              <a:t>Random walk initialization for training very deep feedforward networks </a:t>
            </a:r>
            <a:r>
              <a:rPr lang="en-US" sz="1800" i="1" dirty="0"/>
              <a:t>by </a:t>
            </a:r>
            <a:r>
              <a:rPr lang="en-US" sz="1800" i="1" dirty="0" err="1"/>
              <a:t>Sussillo</a:t>
            </a:r>
            <a:r>
              <a:rPr lang="en-US" sz="1800" i="1" dirty="0"/>
              <a:t> and Abbott, 2014</a:t>
            </a:r>
          </a:p>
          <a:p>
            <a:pPr lvl="1"/>
            <a:r>
              <a:rPr lang="en-US" sz="1800" dirty="0"/>
              <a:t>Delving deep into rectifiers: Surpassing human-level performance on ImageNet classification </a:t>
            </a:r>
            <a:r>
              <a:rPr lang="en-US" sz="1800" i="1" dirty="0"/>
              <a:t>by He et al., 2015</a:t>
            </a:r>
          </a:p>
          <a:p>
            <a:pPr lvl="1"/>
            <a:r>
              <a:rPr lang="en-US" sz="1800" dirty="0"/>
              <a:t>Data-dependent Initializations of Convolutional Neural Networks </a:t>
            </a:r>
            <a:r>
              <a:rPr lang="en-US" sz="1800" i="1" dirty="0"/>
              <a:t>by </a:t>
            </a:r>
            <a:r>
              <a:rPr lang="en-US" sz="1800" i="1" dirty="0" err="1"/>
              <a:t>Krähenbühl</a:t>
            </a:r>
            <a:r>
              <a:rPr lang="en-US" sz="1800" i="1" dirty="0"/>
              <a:t> et al., 2015</a:t>
            </a:r>
          </a:p>
          <a:p>
            <a:pPr lvl="1"/>
            <a:r>
              <a:rPr lang="en-US" sz="1800" dirty="0"/>
              <a:t>All you need is a good </a:t>
            </a:r>
            <a:r>
              <a:rPr lang="en-US" sz="1800" dirty="0" err="1"/>
              <a:t>init</a:t>
            </a:r>
            <a:r>
              <a:rPr lang="en-US" sz="1800" dirty="0"/>
              <a:t>, </a:t>
            </a:r>
            <a:r>
              <a:rPr lang="en-US" sz="1800" i="1" dirty="0" err="1"/>
              <a:t>Mishkin</a:t>
            </a:r>
            <a:r>
              <a:rPr lang="en-US" sz="1800" i="1" dirty="0"/>
              <a:t> and </a:t>
            </a:r>
            <a:r>
              <a:rPr lang="en-US" sz="1800" i="1" dirty="0" err="1"/>
              <a:t>Matas</a:t>
            </a:r>
            <a:r>
              <a:rPr lang="en-US" sz="1800" i="1" dirty="0"/>
              <a:t>, 2015</a:t>
            </a:r>
          </a:p>
          <a:p>
            <a:pPr lvl="1"/>
            <a:r>
              <a:rPr lang="en-US" sz="1800" dirty="0"/>
              <a:t>Fixup Initialization: Residual Learning Without Normalization, </a:t>
            </a:r>
            <a:r>
              <a:rPr lang="en-US" sz="1800" i="1" dirty="0"/>
              <a:t>Zhang et al, 2019</a:t>
            </a:r>
          </a:p>
          <a:p>
            <a:pPr lvl="1"/>
            <a:r>
              <a:rPr lang="en-US" sz="1800" dirty="0"/>
              <a:t>The Lottery Ticket Hypothesis: Finding Sparse, Trainable Neural Networks, </a:t>
            </a:r>
            <a:r>
              <a:rPr lang="en-US" sz="1800" i="1" dirty="0" err="1"/>
              <a:t>Frankle</a:t>
            </a:r>
            <a:r>
              <a:rPr lang="en-US" sz="1800" i="1" dirty="0"/>
              <a:t> and </a:t>
            </a:r>
            <a:r>
              <a:rPr lang="en-US" sz="1800" i="1" dirty="0" err="1"/>
              <a:t>Carbin</a:t>
            </a:r>
            <a:r>
              <a:rPr lang="en-US" sz="1800" i="1" dirty="0"/>
              <a:t>, 2019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32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9908555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3" y="1164773"/>
            <a:ext cx="8228013" cy="4967287"/>
          </a:xfrm>
        </p:spPr>
        <p:txBody>
          <a:bodyPr/>
          <a:lstStyle/>
          <a:p>
            <a:pPr marL="341313" lvl="1" indent="-341313">
              <a:spcBef>
                <a:spcPts val="1800"/>
              </a:spcBef>
              <a:buClr>
                <a:srgbClr val="00007D"/>
              </a:buClr>
              <a:buSzPct val="75000"/>
              <a:buFont typeface="Wingdings" pitchFamily="2" charset="2"/>
              <a:buChar char=""/>
            </a:pP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</a:rPr>
              <a:t>Overview of CNN training</a:t>
            </a:r>
            <a:endParaRPr lang="en-US" sz="2400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spcBef>
                <a:spcPts val="180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CNN training as optimization </a:t>
            </a:r>
          </a:p>
          <a:p>
            <a:pPr lvl="1">
              <a:spcBef>
                <a:spcPts val="180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Data preprocessing</a:t>
            </a:r>
          </a:p>
          <a:p>
            <a:pPr lvl="1">
              <a:spcBef>
                <a:spcPts val="180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Weight initialization</a:t>
            </a:r>
          </a:p>
          <a:p>
            <a:pPr lvl="1">
              <a:spcBef>
                <a:spcPts val="1800"/>
              </a:spcBef>
            </a:pPr>
            <a:r>
              <a:rPr lang="en-US" altLang="zh-CN" dirty="0"/>
              <a:t>Parameter update</a:t>
            </a:r>
          </a:p>
          <a:p>
            <a:pPr lvl="1">
              <a:spcBef>
                <a:spcPts val="1800"/>
              </a:spcBef>
            </a:pPr>
            <a:r>
              <a:rPr lang="en-US" altLang="zh-CN" dirty="0"/>
              <a:t>Batch normalization</a:t>
            </a:r>
          </a:p>
          <a:p>
            <a:pPr>
              <a:spcBef>
                <a:spcPts val="1800"/>
              </a:spcBef>
            </a:pPr>
            <a:r>
              <a:rPr lang="en-US" altLang="zh-CN" dirty="0"/>
              <a:t>Avoid overfitting: Regularization</a:t>
            </a:r>
          </a:p>
          <a:p>
            <a:pPr lvl="1">
              <a:spcBef>
                <a:spcPts val="1800"/>
              </a:spcBef>
            </a:pPr>
            <a:endParaRPr lang="en-US" dirty="0"/>
          </a:p>
          <a:p>
            <a:pPr lvl="1">
              <a:spcBef>
                <a:spcPts val="1800"/>
              </a:spcBef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33</a:t>
            </a:fld>
            <a:endParaRPr lang="en-GB" altLang="zh-CN"/>
          </a:p>
        </p:txBody>
      </p:sp>
      <p:sp>
        <p:nvSpPr>
          <p:cNvPr id="7" name="Rectangle 6"/>
          <p:cNvSpPr/>
          <p:nvPr/>
        </p:nvSpPr>
        <p:spPr>
          <a:xfrm>
            <a:off x="1918530" y="6022062"/>
            <a:ext cx="83533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ts val="1800"/>
              </a:spcBef>
            </a:pPr>
            <a:r>
              <a:rPr lang="en-US" i="1" dirty="0"/>
              <a:t>Acknowledgement: </a:t>
            </a:r>
            <a:r>
              <a:rPr lang="en-US" i="1" dirty="0" err="1"/>
              <a:t>UofT</a:t>
            </a:r>
            <a:r>
              <a:rPr lang="en-US" i="1" dirty="0"/>
              <a:t>, CMU &amp; </a:t>
            </a:r>
            <a:r>
              <a:rPr lang="en-US" i="1" dirty="0" err="1"/>
              <a:t>Feifei</a:t>
            </a:r>
            <a:r>
              <a:rPr lang="en-US" i="1" dirty="0"/>
              <a:t> Li’s cs231n notes</a:t>
            </a:r>
          </a:p>
        </p:txBody>
      </p:sp>
    </p:spTree>
    <p:extLst>
      <p:ext uri="{BB962C8B-B14F-4D97-AF65-F5344CB8AC3E}">
        <p14:creationId xmlns:p14="http://schemas.microsoft.com/office/powerpoint/2010/main" val="38102976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Stochastic Gradient Descent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34</a:t>
            </a:fld>
            <a:endParaRPr lang="en-GB" altLang="zh-CN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98"/>
          <a:stretch/>
        </p:blipFill>
        <p:spPr bwMode="auto">
          <a:xfrm>
            <a:off x="4582606" y="3370251"/>
            <a:ext cx="3025200" cy="2820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04" y="1454335"/>
            <a:ext cx="7010400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1236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Problems with SGD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35</a:t>
            </a:fld>
            <a:endParaRPr lang="en-GB" altLang="zh-CN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9444" y="1590881"/>
            <a:ext cx="8391525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13602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Problems with SGD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36</a:t>
            </a:fld>
            <a:endParaRPr lang="en-GB" altLang="zh-CN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712" y="1687320"/>
            <a:ext cx="7171125" cy="3345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56871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Problems with SGD</a:t>
            </a:r>
          </a:p>
          <a:p>
            <a:pPr lvl="1"/>
            <a:r>
              <a:rPr lang="en-US" dirty="0"/>
              <a:t>Saddle points are more common in high-dim space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37</a:t>
            </a:fld>
            <a:endParaRPr lang="en-GB" altLang="zh-C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847" y="2302687"/>
            <a:ext cx="7242327" cy="330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0435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SGD + Momentum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38</a:t>
            </a:fld>
            <a:endParaRPr lang="en-GB" altLang="zh-CN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876" y="1836568"/>
            <a:ext cx="8018660" cy="371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2205983" y="6019801"/>
            <a:ext cx="777844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 err="1"/>
              <a:t>Sutskever</a:t>
            </a:r>
            <a:r>
              <a:rPr lang="en-US" altLang="zh-CN" sz="1400" dirty="0"/>
              <a:t> et al, “On the importance of initialization and momentum in deep learning”, ICML 2013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600362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SGD + Momentum</a:t>
            </a:r>
          </a:p>
          <a:p>
            <a:pPr lvl="1"/>
            <a:r>
              <a:rPr lang="en-US" dirty="0"/>
              <a:t>Momentum sometimes helps a lot, and almost never hurts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39</a:t>
            </a:fld>
            <a:endParaRPr lang="en-GB" altLang="zh-CN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724" y="1987550"/>
            <a:ext cx="8114117" cy="356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96069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Nesterov</a:t>
            </a:r>
            <a:r>
              <a:rPr lang="en-US" dirty="0"/>
              <a:t> Momentum</a:t>
            </a:r>
          </a:p>
          <a:p>
            <a:pPr lvl="1"/>
            <a:r>
              <a:rPr lang="en-US" dirty="0"/>
              <a:t>“Look ahead” to the point where updating using velocity would take us; </a:t>
            </a:r>
          </a:p>
          <a:p>
            <a:pPr lvl="1"/>
            <a:r>
              <a:rPr lang="en-US" altLang="zh-CN" dirty="0"/>
              <a:t>C</a:t>
            </a:r>
            <a:r>
              <a:rPr lang="en-US" dirty="0"/>
              <a:t>ompute gradient there and mix it with velocity to get actual update direction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40</a:t>
            </a:fld>
            <a:endParaRPr lang="en-GB" altLang="zh-CN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906" y="2773364"/>
            <a:ext cx="7848600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4535" y="5116808"/>
            <a:ext cx="3479825" cy="902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10588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AdaGrad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41</a:t>
            </a:fld>
            <a:endParaRPr lang="en-GB" altLang="zh-C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258" y="1838521"/>
            <a:ext cx="8262735" cy="31809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981200" y="5865912"/>
            <a:ext cx="83058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 err="1"/>
              <a:t>Duchi</a:t>
            </a:r>
            <a:r>
              <a:rPr lang="en-US" altLang="zh-CN" sz="1400" dirty="0"/>
              <a:t> et al, “Adaptive </a:t>
            </a:r>
            <a:r>
              <a:rPr lang="en-US" altLang="zh-CN" sz="1400" dirty="0" err="1"/>
              <a:t>subgradient</a:t>
            </a:r>
            <a:r>
              <a:rPr lang="en-US" altLang="zh-CN" sz="1400" dirty="0"/>
              <a:t> methods for online learning and stochastic optimization”, JMLR 2011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110828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AdaGrad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42</a:t>
            </a:fld>
            <a:endParaRPr lang="en-GB" altLang="zh-CN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356" y="1778955"/>
            <a:ext cx="8326619" cy="3571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3125028" y="5350214"/>
            <a:ext cx="5607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Progress along “steep” directions is damped; progress along “flat” directions is accelerated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621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AdaGrad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43</a:t>
            </a:fld>
            <a:endParaRPr lang="en-GB" altLang="zh-CN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756479"/>
            <a:ext cx="8444274" cy="365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3125028" y="5350213"/>
            <a:ext cx="5607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Decays to zero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258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RMSProp</a:t>
            </a:r>
            <a:r>
              <a:rPr lang="en-US" dirty="0"/>
              <a:t>: smoothed version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44</a:t>
            </a:fld>
            <a:endParaRPr lang="en-GB" altLang="zh-CN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739900"/>
            <a:ext cx="8973079" cy="379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79500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Adam (almost): </a:t>
            </a:r>
            <a:r>
              <a:rPr lang="en-US" dirty="0" err="1"/>
              <a:t>RMSProp</a:t>
            </a:r>
            <a:r>
              <a:rPr lang="en-US" dirty="0"/>
              <a:t> + Momentum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45</a:t>
            </a:fld>
            <a:endParaRPr lang="en-GB" altLang="zh-CN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637894"/>
            <a:ext cx="8228013" cy="4660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78993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Adam (almost)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46</a:t>
            </a:fld>
            <a:endParaRPr lang="en-GB" altLang="zh-CN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17" y="1795463"/>
            <a:ext cx="8895563" cy="3428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18976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Adam (full form)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47</a:t>
            </a:fld>
            <a:endParaRPr lang="en-GB" altLang="zh-CN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887" y="1795463"/>
            <a:ext cx="8776114" cy="3311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08799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Adam (full form)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48</a:t>
            </a:fld>
            <a:endParaRPr lang="en-GB" altLang="zh-CN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201" y="1659394"/>
            <a:ext cx="9119580" cy="3505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6516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Adam (full form)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49</a:t>
            </a:fld>
            <a:endParaRPr lang="en-GB" altLang="zh-CN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139" y="1789113"/>
            <a:ext cx="7147321" cy="3833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98291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SGD, </a:t>
            </a:r>
            <a:r>
              <a:rPr lang="en-US" dirty="0" err="1"/>
              <a:t>SGD+Momentum</a:t>
            </a:r>
            <a:r>
              <a:rPr lang="en-US" dirty="0"/>
              <a:t>, </a:t>
            </a:r>
            <a:r>
              <a:rPr lang="en-US" dirty="0" err="1"/>
              <a:t>Adagrad</a:t>
            </a:r>
            <a:r>
              <a:rPr lang="en-US" dirty="0"/>
              <a:t>, </a:t>
            </a:r>
            <a:r>
              <a:rPr lang="en-US" dirty="0" err="1"/>
              <a:t>RMSProp</a:t>
            </a:r>
            <a:r>
              <a:rPr lang="en-US" dirty="0"/>
              <a:t>, Adam all have learning rate as a </a:t>
            </a:r>
            <a:r>
              <a:rPr lang="en-US" dirty="0" err="1"/>
              <a:t>hyperparameter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50</a:t>
            </a:fld>
            <a:endParaRPr lang="en-GB" altLang="zh-CN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31" r="52796"/>
          <a:stretch/>
        </p:blipFill>
        <p:spPr bwMode="auto">
          <a:xfrm>
            <a:off x="3500766" y="1808428"/>
            <a:ext cx="5484349" cy="4575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5227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SGD, </a:t>
            </a:r>
            <a:r>
              <a:rPr lang="en-US" altLang="zh-CN" dirty="0" err="1"/>
              <a:t>SGD+Momentum</a:t>
            </a:r>
            <a:r>
              <a:rPr lang="en-US" altLang="zh-CN" dirty="0"/>
              <a:t>, </a:t>
            </a:r>
            <a:r>
              <a:rPr lang="en-US" altLang="zh-CN" dirty="0" err="1"/>
              <a:t>Adagrad</a:t>
            </a:r>
            <a:r>
              <a:rPr lang="en-US" altLang="zh-CN" dirty="0"/>
              <a:t>, </a:t>
            </a:r>
            <a:r>
              <a:rPr lang="en-US" altLang="zh-CN" dirty="0" err="1"/>
              <a:t>RMSProp</a:t>
            </a:r>
            <a:r>
              <a:rPr lang="en-US" altLang="zh-CN" dirty="0"/>
              <a:t>, Adam all have learning rate as a </a:t>
            </a:r>
            <a:r>
              <a:rPr lang="en-US" altLang="zh-CN" dirty="0" err="1"/>
              <a:t>hyperparameter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51</a:t>
            </a:fld>
            <a:endParaRPr lang="en-GB" altLang="zh-CN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40"/>
          <a:stretch/>
        </p:blipFill>
        <p:spPr bwMode="auto">
          <a:xfrm>
            <a:off x="2142130" y="2188724"/>
            <a:ext cx="8438321" cy="3397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02324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rate decay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Step: reduce learning rate at a few fixed points. </a:t>
            </a:r>
          </a:p>
          <a:p>
            <a:pPr lvl="1"/>
            <a:r>
              <a:rPr lang="en-US" dirty="0"/>
              <a:t>E.g. for </a:t>
            </a:r>
            <a:r>
              <a:rPr lang="en-US" dirty="0" err="1"/>
              <a:t>ResNets</a:t>
            </a:r>
            <a:r>
              <a:rPr lang="en-US" dirty="0"/>
              <a:t>, multiply LR by 0.1 after epochs 30, 60, and 90.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52</a:t>
            </a:fld>
            <a:endParaRPr lang="en-GB" altLang="zh-CN"/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58" t="18381"/>
          <a:stretch/>
        </p:blipFill>
        <p:spPr bwMode="auto">
          <a:xfrm>
            <a:off x="3469532" y="1954829"/>
            <a:ext cx="5378398" cy="3891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7131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rate decay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Cosine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altLang="zh-CN" dirty="0"/>
              <a:t>Linear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Inverse </a:t>
            </a:r>
            <a:r>
              <a:rPr lang="en-US" altLang="zh-CN" dirty="0" err="1"/>
              <a:t>sqrt</a:t>
            </a:r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53</a:t>
            </a:fld>
            <a:endParaRPr lang="en-GB" altLang="zh-C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763" y="1504088"/>
            <a:ext cx="3305986" cy="71435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6673" y="1549368"/>
            <a:ext cx="2662541" cy="8763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883923" y="5109750"/>
            <a:ext cx="80155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/>
              <a:t>Loshchilov and </a:t>
            </a:r>
            <a:r>
              <a:rPr lang="en-US" altLang="zh-CN" sz="1200" dirty="0" err="1"/>
              <a:t>Hutter</a:t>
            </a:r>
            <a:r>
              <a:rPr lang="en-US" altLang="zh-CN" sz="1200" dirty="0"/>
              <a:t>, “SGDR: Stochastic Gradient Descent with Warm Restarts”, ICLR 2017 </a:t>
            </a:r>
          </a:p>
          <a:p>
            <a:r>
              <a:rPr lang="en-US" altLang="zh-CN" sz="1200" dirty="0"/>
              <a:t>Radford et al, “Improving Language Understanding by Generative Pre-Training”, 2018 </a:t>
            </a:r>
          </a:p>
          <a:p>
            <a:r>
              <a:rPr lang="en-US" altLang="zh-CN" sz="1200" dirty="0" err="1"/>
              <a:t>Feichtenhofer</a:t>
            </a:r>
            <a:r>
              <a:rPr lang="en-US" altLang="zh-CN" sz="1200" dirty="0"/>
              <a:t> et al, “</a:t>
            </a:r>
            <a:r>
              <a:rPr lang="en-US" altLang="zh-CN" sz="1200" dirty="0" err="1"/>
              <a:t>SlowFast</a:t>
            </a:r>
            <a:r>
              <a:rPr lang="en-US" altLang="zh-CN" sz="1200" dirty="0"/>
              <a:t> Networks for Video Recognition”, </a:t>
            </a:r>
            <a:r>
              <a:rPr lang="en-US" altLang="zh-CN" sz="1200" dirty="0" err="1"/>
              <a:t>arXiv</a:t>
            </a:r>
            <a:r>
              <a:rPr lang="en-US" altLang="zh-CN" sz="1200" dirty="0"/>
              <a:t> 2018 </a:t>
            </a:r>
          </a:p>
          <a:p>
            <a:r>
              <a:rPr lang="en-US" altLang="zh-CN" sz="1200" dirty="0"/>
              <a:t>Child at al, “Generating Long Sequences with Sparse Transformers”, </a:t>
            </a:r>
            <a:r>
              <a:rPr lang="en-US" altLang="zh-CN" sz="1200" dirty="0" err="1"/>
              <a:t>arXiv</a:t>
            </a:r>
            <a:r>
              <a:rPr lang="en-US" altLang="zh-CN" sz="1200" dirty="0"/>
              <a:t> 2019</a:t>
            </a:r>
          </a:p>
          <a:p>
            <a:r>
              <a:rPr lang="en-US" altLang="zh-CN" sz="1200" dirty="0"/>
              <a:t>Devlin et al, “BERT: Pre-training of Deep Bidirectional Transformers for Language Understanding”, 2018</a:t>
            </a:r>
          </a:p>
          <a:p>
            <a:r>
              <a:rPr lang="en-US" altLang="zh-CN" sz="1200" dirty="0" err="1"/>
              <a:t>Vaswani</a:t>
            </a:r>
            <a:r>
              <a:rPr lang="en-US" altLang="zh-CN" sz="1200" dirty="0"/>
              <a:t> et al, “Attention is all you need”, NIPS 2017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4764" y="2891335"/>
            <a:ext cx="2354053" cy="37084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1558" y="4120036"/>
            <a:ext cx="1476579" cy="48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0473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rate decay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Linear warmup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54</a:t>
            </a:fld>
            <a:endParaRPr lang="en-GB" altLang="zh-CN"/>
          </a:p>
        </p:txBody>
      </p:sp>
      <p:sp>
        <p:nvSpPr>
          <p:cNvPr id="10" name="Rectangle 9"/>
          <p:cNvSpPr/>
          <p:nvPr/>
        </p:nvSpPr>
        <p:spPr>
          <a:xfrm>
            <a:off x="1981200" y="5658458"/>
            <a:ext cx="801559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 err="1"/>
              <a:t>Goyal</a:t>
            </a:r>
            <a:r>
              <a:rPr lang="en-US" altLang="zh-CN" sz="1200" dirty="0"/>
              <a:t> et al, “Accurate, Large </a:t>
            </a:r>
            <a:r>
              <a:rPr lang="en-US" altLang="zh-CN" sz="1200" dirty="0" err="1"/>
              <a:t>Minibatch</a:t>
            </a:r>
            <a:r>
              <a:rPr lang="en-US" altLang="zh-CN" sz="1200" dirty="0"/>
              <a:t> SGD: Training ImageNet in 1 Hour”, </a:t>
            </a:r>
            <a:r>
              <a:rPr lang="en-US" altLang="zh-CN" sz="1200" dirty="0" err="1"/>
              <a:t>arXiv</a:t>
            </a:r>
            <a:r>
              <a:rPr lang="en-US" altLang="zh-CN" sz="1200" dirty="0"/>
              <a:t> 2017</a:t>
            </a:r>
            <a:endParaRPr lang="zh-CN" altLang="en-US" sz="12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457" y="1883660"/>
            <a:ext cx="4344008" cy="328805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781193" y="2099645"/>
            <a:ext cx="366236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High initial learning rates can make loss explode; linearly increasing learning rate from 0 over the first ~5000 iterations can prevent this </a:t>
            </a:r>
          </a:p>
          <a:p>
            <a:endParaRPr lang="en-US" altLang="zh-CN" dirty="0"/>
          </a:p>
          <a:p>
            <a:r>
              <a:rPr lang="en-US" altLang="zh-CN" dirty="0"/>
              <a:t>Empirical rule of thumb: If you increase the batch size by N, also scale the initial learning rate by N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63187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can we find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Popular hypothesis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In large networks, saddle points are far more common than local minima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Gradient descent algorithms often get “stuck” in saddle points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Most local minima are equivalent and close to global minimum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55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0001537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3" y="1239441"/>
            <a:ext cx="8228013" cy="4967287"/>
          </a:xfrm>
        </p:spPr>
        <p:txBody>
          <a:bodyPr/>
          <a:lstStyle/>
          <a:p>
            <a:pPr marL="341313" lvl="1" indent="-341313">
              <a:spcBef>
                <a:spcPts val="1800"/>
              </a:spcBef>
              <a:buClr>
                <a:srgbClr val="00007D"/>
              </a:buClr>
              <a:buSzPct val="75000"/>
              <a:buFont typeface="Wingdings" pitchFamily="2" charset="2"/>
              <a:buChar char=""/>
            </a:pP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</a:rPr>
              <a:t>Overview of CNN training</a:t>
            </a:r>
            <a:endParaRPr lang="en-US" sz="2400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spcBef>
                <a:spcPts val="180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CNN training as optimization </a:t>
            </a:r>
          </a:p>
          <a:p>
            <a:pPr lvl="1">
              <a:spcBef>
                <a:spcPts val="180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Data preprocessing</a:t>
            </a:r>
          </a:p>
          <a:p>
            <a:pPr lvl="1">
              <a:spcBef>
                <a:spcPts val="180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Weight initialization</a:t>
            </a:r>
          </a:p>
          <a:p>
            <a:pPr lvl="1">
              <a:spcBef>
                <a:spcPts val="180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Parameter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update</a:t>
            </a:r>
          </a:p>
          <a:p>
            <a:pPr lvl="1">
              <a:spcBef>
                <a:spcPts val="1800"/>
              </a:spcBef>
            </a:pPr>
            <a:r>
              <a:rPr lang="en-US" altLang="zh-CN" dirty="0"/>
              <a:t>Batch normalization</a:t>
            </a:r>
          </a:p>
          <a:p>
            <a:pPr>
              <a:spcBef>
                <a:spcPts val="1800"/>
              </a:spcBef>
            </a:pPr>
            <a:r>
              <a:rPr lang="en-US" altLang="zh-CN" dirty="0"/>
              <a:t>Avoid overfitting: Regularization</a:t>
            </a:r>
          </a:p>
          <a:p>
            <a:pPr lvl="1">
              <a:spcBef>
                <a:spcPts val="1800"/>
              </a:spcBef>
            </a:pPr>
            <a:endParaRPr lang="en-US" altLang="zh-CN" dirty="0"/>
          </a:p>
          <a:p>
            <a:pPr lvl="1">
              <a:spcBef>
                <a:spcPts val="1800"/>
              </a:spcBef>
            </a:pPr>
            <a:endParaRPr lang="en-US" dirty="0"/>
          </a:p>
          <a:p>
            <a:pPr lvl="1">
              <a:spcBef>
                <a:spcPts val="1800"/>
              </a:spcBef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56</a:t>
            </a:fld>
            <a:endParaRPr lang="en-GB" altLang="zh-CN"/>
          </a:p>
        </p:txBody>
      </p:sp>
      <p:sp>
        <p:nvSpPr>
          <p:cNvPr id="7" name="Rectangle 6"/>
          <p:cNvSpPr/>
          <p:nvPr/>
        </p:nvSpPr>
        <p:spPr>
          <a:xfrm>
            <a:off x="1918530" y="6022062"/>
            <a:ext cx="83533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ts val="1800"/>
              </a:spcBef>
            </a:pPr>
            <a:r>
              <a:rPr lang="en-US" i="1" dirty="0"/>
              <a:t>Acknowledgement: </a:t>
            </a:r>
            <a:r>
              <a:rPr lang="en-US" i="1" dirty="0" err="1"/>
              <a:t>UofT</a:t>
            </a:r>
            <a:r>
              <a:rPr lang="en-US" i="1" dirty="0"/>
              <a:t>, CMU &amp; </a:t>
            </a:r>
            <a:r>
              <a:rPr lang="en-US" i="1" dirty="0" err="1"/>
              <a:t>Feifei</a:t>
            </a:r>
            <a:r>
              <a:rPr lang="en-US" i="1" dirty="0"/>
              <a:t> Li’s cs231n notes</a:t>
            </a:r>
          </a:p>
        </p:txBody>
      </p:sp>
    </p:spTree>
    <p:extLst>
      <p:ext uri="{BB962C8B-B14F-4D97-AF65-F5344CB8AC3E}">
        <p14:creationId xmlns:p14="http://schemas.microsoft.com/office/powerpoint/2010/main" val="17992990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in deep network learning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Change of distribution in activation across layers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57</a:t>
            </a:fld>
            <a:endParaRPr lang="en-GB" altLang="zh-C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060576"/>
            <a:ext cx="7766050" cy="2163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12791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Normalize the inputs to a layer: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58</a:t>
            </a:fld>
            <a:endParaRPr lang="en-GB" altLang="zh-C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642" y="1658927"/>
            <a:ext cx="7112337" cy="305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55406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Layer details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59</a:t>
            </a:fld>
            <a:endParaRPr lang="en-GB" altLang="zh-C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855" y="1897860"/>
            <a:ext cx="8691584" cy="348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0631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Extra capacity: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60</a:t>
            </a:fld>
            <a:endParaRPr lang="en-GB" altLang="zh-C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579" y="1726483"/>
            <a:ext cx="8531157" cy="369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9165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61</a:t>
            </a:fld>
            <a:endParaRPr lang="en-GB" altLang="zh-C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939" y="1684339"/>
            <a:ext cx="8658225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943121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Layer details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62</a:t>
            </a:fld>
            <a:endParaRPr lang="en-GB" altLang="zh-C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890" y="1641488"/>
            <a:ext cx="7874632" cy="3621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56231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time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63</a:t>
            </a:fld>
            <a:endParaRPr lang="en-GB" altLang="zh-C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095" y="1879212"/>
            <a:ext cx="8622084" cy="340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4431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Benefits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64</a:t>
            </a:fld>
            <a:endParaRPr lang="en-GB" altLang="zh-C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093" y="1688794"/>
            <a:ext cx="8523815" cy="391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304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ConvNets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65</a:t>
            </a:fld>
            <a:endParaRPr lang="en-GB" altLang="zh-C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1" y="1793431"/>
            <a:ext cx="8587009" cy="350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32263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Batch Normalization vs. Layer Normalization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66</a:t>
            </a:fld>
            <a:endParaRPr lang="en-GB" altLang="zh-CN"/>
          </a:p>
        </p:txBody>
      </p:sp>
      <p:sp>
        <p:nvSpPr>
          <p:cNvPr id="8" name="Rectangle 7"/>
          <p:cNvSpPr/>
          <p:nvPr/>
        </p:nvSpPr>
        <p:spPr>
          <a:xfrm>
            <a:off x="2094707" y="6106726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200" dirty="0"/>
              <a:t>Ba, </a:t>
            </a:r>
            <a:r>
              <a:rPr lang="en-US" altLang="zh-CN" sz="1200" dirty="0" err="1"/>
              <a:t>Kiros</a:t>
            </a:r>
            <a:r>
              <a:rPr lang="en-US" altLang="zh-CN" sz="1200" dirty="0"/>
              <a:t>, and Hinton, “Layer Normalization”, </a:t>
            </a:r>
            <a:r>
              <a:rPr lang="en-US" altLang="zh-CN" sz="1200" dirty="0" err="1"/>
              <a:t>arXiv</a:t>
            </a:r>
            <a:r>
              <a:rPr lang="en-US" altLang="zh-CN" sz="1200" dirty="0"/>
              <a:t> 2016</a:t>
            </a:r>
            <a:endParaRPr lang="zh-CN" altLang="en-US" sz="1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708" y="1888160"/>
            <a:ext cx="3504407" cy="311186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756" y="1888160"/>
            <a:ext cx="4076523" cy="356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50694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660F2-BC73-D727-BA7C-B714678D1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AE6D1-CC1F-22FB-6C09-F38023837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Instance Normalization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4179A-F996-5384-EB6D-EF4663D65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514259-9718-55FB-CEB5-35B3AF0C1347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67</a:t>
            </a:fld>
            <a:endParaRPr lang="en-GB" altLang="zh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8FD36F-DE98-A52D-D3F6-FB0E0412C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016" y="1697176"/>
            <a:ext cx="7930342" cy="314366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648AEA9-712A-D166-CFED-15EA5D422B45}"/>
              </a:ext>
            </a:extLst>
          </p:cNvPr>
          <p:cNvSpPr/>
          <p:nvPr/>
        </p:nvSpPr>
        <p:spPr>
          <a:xfrm>
            <a:off x="2056017" y="6051670"/>
            <a:ext cx="835429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00" dirty="0"/>
              <a:t>Ulyanov et al, Improved Texture Networks: Maximizing Quality and Diversity in Feed-forward Stylization and Texture Synthesis, CVPR 2017</a:t>
            </a:r>
            <a:endParaRPr lang="zh-CN" altLang="en-US" sz="1100" dirty="0"/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BAFAC7BB-D2A5-471F-F14F-30CABB91D7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0535"/>
          <a:stretch/>
        </p:blipFill>
        <p:spPr>
          <a:xfrm>
            <a:off x="6199310" y="1592324"/>
            <a:ext cx="4076523" cy="337328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95402804-A91E-884E-0A43-68AF2C4369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58" t="57264" r="5288" b="32005"/>
          <a:stretch/>
        </p:blipFill>
        <p:spPr>
          <a:xfrm>
            <a:off x="8182536" y="3503696"/>
            <a:ext cx="480114" cy="33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3201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Instance Normalization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68</a:t>
            </a:fld>
            <a:endParaRPr lang="en-GB" altLang="zh-C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016" y="1697176"/>
            <a:ext cx="7930342" cy="314366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056017" y="6051670"/>
            <a:ext cx="835429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00" dirty="0"/>
              <a:t>Ulyanov et al, Improved Texture Networks: Maximizing Quality and Diversity in Feed-forward Stylization and Texture Synthesis, CVPR 2017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53968291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Batch-like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Layer normalization </a:t>
            </a:r>
            <a:r>
              <a:rPr lang="en-US" sz="1800" dirty="0"/>
              <a:t>(Ba, </a:t>
            </a:r>
            <a:r>
              <a:rPr lang="en-US" sz="1800" dirty="0" err="1"/>
              <a:t>Kiros</a:t>
            </a:r>
            <a:r>
              <a:rPr lang="en-US" sz="1800" dirty="0"/>
              <a:t>, Hinton, 2016)</a:t>
            </a:r>
          </a:p>
          <a:p>
            <a:r>
              <a:rPr lang="en-US" dirty="0"/>
              <a:t>Instance normalization </a:t>
            </a:r>
            <a:r>
              <a:rPr lang="en-US" sz="1800" dirty="0"/>
              <a:t>(Ulyanov, </a:t>
            </a:r>
            <a:r>
              <a:rPr lang="en-US" sz="1800" dirty="0" err="1"/>
              <a:t>Vedaldi</a:t>
            </a:r>
            <a:r>
              <a:rPr lang="en-US" sz="1800" dirty="0"/>
              <a:t>, </a:t>
            </a:r>
            <a:r>
              <a:rPr lang="en-US" sz="1800" dirty="0" err="1"/>
              <a:t>Lempitsky</a:t>
            </a:r>
            <a:r>
              <a:rPr lang="en-US" sz="1800" dirty="0"/>
              <a:t>, 2016)</a:t>
            </a:r>
            <a:endParaRPr lang="en-US" dirty="0"/>
          </a:p>
          <a:p>
            <a:r>
              <a:rPr lang="en-US" dirty="0"/>
              <a:t>Group normalization </a:t>
            </a:r>
            <a:r>
              <a:rPr lang="en-US" sz="1800" dirty="0"/>
              <a:t>(Wu and He, 2018)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69</a:t>
            </a:fld>
            <a:endParaRPr lang="en-GB" altLang="zh-CN"/>
          </a:p>
        </p:txBody>
      </p:sp>
      <p:pic>
        <p:nvPicPr>
          <p:cNvPr id="1026" name="Picture 2" descr="https://cdn-images-1.medium.com/max/1000/1*ETvcPhYH1lCfXndMiKW-j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4090" y="2747821"/>
            <a:ext cx="7462232" cy="1999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716596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A3749-2235-90C3-A297-B2E817620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BD669-1078-5B2C-F483-E17553FBB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BE5B5-4307-2FEA-4956-2F43C17C7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3" y="1239441"/>
            <a:ext cx="8228013" cy="4967287"/>
          </a:xfrm>
        </p:spPr>
        <p:txBody>
          <a:bodyPr/>
          <a:lstStyle/>
          <a:p>
            <a:pPr marL="341313" lvl="1" indent="-341313">
              <a:spcBef>
                <a:spcPts val="1800"/>
              </a:spcBef>
              <a:buClr>
                <a:srgbClr val="00007D"/>
              </a:buClr>
              <a:buSzPct val="75000"/>
              <a:buFont typeface="Wingdings" pitchFamily="2" charset="2"/>
              <a:buChar char=""/>
            </a:pP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</a:rPr>
              <a:t>Overview of CNN training</a:t>
            </a:r>
            <a:endParaRPr lang="en-US" sz="2400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spcBef>
                <a:spcPts val="180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CNN training as optimization </a:t>
            </a:r>
          </a:p>
          <a:p>
            <a:pPr lvl="1">
              <a:spcBef>
                <a:spcPts val="180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Data preprocessing</a:t>
            </a:r>
          </a:p>
          <a:p>
            <a:pPr lvl="1">
              <a:spcBef>
                <a:spcPts val="180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Weight initialization</a:t>
            </a:r>
          </a:p>
          <a:p>
            <a:pPr lvl="1">
              <a:spcBef>
                <a:spcPts val="180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Parameter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update</a:t>
            </a:r>
          </a:p>
          <a:p>
            <a:pPr lvl="1">
              <a:spcBef>
                <a:spcPts val="180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Batch normalization</a:t>
            </a:r>
          </a:p>
          <a:p>
            <a:pPr>
              <a:spcBef>
                <a:spcPts val="1800"/>
              </a:spcBef>
            </a:pPr>
            <a:r>
              <a:rPr lang="en-US" altLang="zh-CN" dirty="0"/>
              <a:t>Avoid overfitting: Regularization</a:t>
            </a:r>
          </a:p>
          <a:p>
            <a:pPr lvl="1">
              <a:spcBef>
                <a:spcPts val="1800"/>
              </a:spcBef>
            </a:pPr>
            <a:endParaRPr lang="en-US" altLang="zh-CN" dirty="0"/>
          </a:p>
          <a:p>
            <a:pPr lvl="1">
              <a:spcBef>
                <a:spcPts val="1800"/>
              </a:spcBef>
            </a:pPr>
            <a:endParaRPr lang="en-US" dirty="0"/>
          </a:p>
          <a:p>
            <a:pPr lvl="1">
              <a:spcBef>
                <a:spcPts val="1800"/>
              </a:spcBef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A1052-9344-05D5-44CF-8303C1947009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70</a:t>
            </a:fld>
            <a:endParaRPr lang="en-GB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F1440C-FD70-9EA7-5CF8-9A5DEBB75420}"/>
              </a:ext>
            </a:extLst>
          </p:cNvPr>
          <p:cNvSpPr/>
          <p:nvPr/>
        </p:nvSpPr>
        <p:spPr>
          <a:xfrm>
            <a:off x="1918530" y="6022062"/>
            <a:ext cx="83533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ts val="1800"/>
              </a:spcBef>
            </a:pPr>
            <a:r>
              <a:rPr lang="en-US" i="1" dirty="0"/>
              <a:t>Acknowledgement: </a:t>
            </a:r>
            <a:r>
              <a:rPr lang="en-US" i="1" dirty="0" err="1"/>
              <a:t>UofT</a:t>
            </a:r>
            <a:r>
              <a:rPr lang="en-US" i="1" dirty="0"/>
              <a:t>, CMU &amp; </a:t>
            </a:r>
            <a:r>
              <a:rPr lang="en-US" i="1" dirty="0" err="1"/>
              <a:t>Feifei</a:t>
            </a:r>
            <a:r>
              <a:rPr lang="en-US" i="1" dirty="0"/>
              <a:t> Li’s cs231n notes</a:t>
            </a:r>
          </a:p>
        </p:txBody>
      </p:sp>
    </p:spTree>
    <p:extLst>
      <p:ext uri="{BB962C8B-B14F-4D97-AF65-F5344CB8AC3E}">
        <p14:creationId xmlns:p14="http://schemas.microsoft.com/office/powerpoint/2010/main" val="28017588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Early Stopping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Early stopping: monitor performance on a validation set, stop training when the validation error starts going up.</a:t>
            </a:r>
          </a:p>
          <a:p>
            <a:pPr lvl="1"/>
            <a:r>
              <a:rPr lang="en-US" altLang="zh-CN" dirty="0"/>
              <a:t>We don't always want to find a global (or even local) optimum of our cost function. 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Weights start out small, so it takes time for them to grow large. Therefore, it has a similar effect to weight decay.</a:t>
            </a:r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71</a:t>
            </a:fld>
            <a:endParaRPr lang="en-GB" altLang="zh-C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4610" b="2841"/>
          <a:stretch/>
        </p:blipFill>
        <p:spPr>
          <a:xfrm>
            <a:off x="4174560" y="2299385"/>
            <a:ext cx="3840770" cy="285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648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Early Stopping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slight catch: validation error fluctuates because of </a:t>
            </a:r>
            <a:r>
              <a:rPr lang="en-US" altLang="zh-CN" dirty="0" err="1"/>
              <a:t>stochasticity</a:t>
            </a:r>
            <a:r>
              <a:rPr lang="en-US" altLang="zh-CN" dirty="0"/>
              <a:t> in the updates.</a:t>
            </a:r>
          </a:p>
          <a:p>
            <a:pPr lvl="1"/>
            <a:r>
              <a:rPr lang="en-US" altLang="zh-CN" dirty="0"/>
              <a:t>Determining when the validation error has actually leveled off can be tricky.</a:t>
            </a:r>
          </a:p>
          <a:p>
            <a:pPr lvl="1"/>
            <a:r>
              <a:rPr lang="en-US" altLang="zh-CN" dirty="0"/>
              <a:t>May use temporal smoothing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72</a:t>
            </a:fld>
            <a:endParaRPr lang="en-GB" altLang="zh-C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421" y="2975106"/>
            <a:ext cx="3645473" cy="304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7105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3708" y="1200504"/>
            <a:ext cx="8228013" cy="4967287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altLang="zh-CN" dirty="0"/>
              <a:t>Regularization in CNN training</a:t>
            </a:r>
          </a:p>
          <a:p>
            <a:pPr lvl="1">
              <a:spcBef>
                <a:spcPts val="1800"/>
              </a:spcBef>
            </a:pPr>
            <a:r>
              <a:rPr lang="en-US" altLang="zh-CN" dirty="0"/>
              <a:t>Data Augmentation</a:t>
            </a:r>
          </a:p>
          <a:p>
            <a:pPr lvl="1">
              <a:spcBef>
                <a:spcPts val="1800"/>
              </a:spcBef>
            </a:pPr>
            <a:r>
              <a:rPr lang="en-US" altLang="zh-CN" dirty="0"/>
              <a:t>Weight Regularization &amp; Transfer Learning</a:t>
            </a:r>
          </a:p>
          <a:p>
            <a:pPr lvl="1">
              <a:spcBef>
                <a:spcPts val="1800"/>
              </a:spcBef>
            </a:pPr>
            <a:r>
              <a:rPr lang="en-US" altLang="zh-CN" dirty="0"/>
              <a:t>Stochastic Regularization</a:t>
            </a:r>
          </a:p>
          <a:p>
            <a:pPr lvl="1">
              <a:spcBef>
                <a:spcPts val="1800"/>
              </a:spcBef>
            </a:pPr>
            <a:r>
              <a:rPr lang="en-US" altLang="zh-CN" dirty="0"/>
              <a:t>Hyper-parameter optimization</a:t>
            </a:r>
          </a:p>
          <a:p>
            <a:pPr lvl="1">
              <a:spcBef>
                <a:spcPts val="1800"/>
              </a:spcBef>
            </a:pPr>
            <a:endParaRPr lang="en-US" altLang="zh-CN" dirty="0"/>
          </a:p>
          <a:p>
            <a:pPr>
              <a:spcBef>
                <a:spcPts val="1800"/>
              </a:spcBef>
            </a:pPr>
            <a:endParaRPr lang="en-US" dirty="0"/>
          </a:p>
          <a:p>
            <a:pPr lvl="1">
              <a:spcBef>
                <a:spcPts val="1800"/>
              </a:spcBef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73</a:t>
            </a:fld>
            <a:endParaRPr lang="en-GB" altLang="zh-CN"/>
          </a:p>
        </p:txBody>
      </p:sp>
      <p:sp>
        <p:nvSpPr>
          <p:cNvPr id="7" name="Rectangle 6"/>
          <p:cNvSpPr/>
          <p:nvPr/>
        </p:nvSpPr>
        <p:spPr>
          <a:xfrm>
            <a:off x="3452287" y="5798459"/>
            <a:ext cx="83533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ts val="1800"/>
              </a:spcBef>
            </a:pPr>
            <a:r>
              <a:rPr lang="en-US" i="1" dirty="0"/>
              <a:t>Acknowledgement: </a:t>
            </a:r>
            <a:r>
              <a:rPr lang="en-US" i="1" dirty="0" err="1"/>
              <a:t>Feifei</a:t>
            </a:r>
            <a:r>
              <a:rPr lang="en-US" i="1" dirty="0"/>
              <a:t> Li’s cs231n notes</a:t>
            </a:r>
          </a:p>
        </p:txBody>
      </p:sp>
    </p:spTree>
    <p:extLst>
      <p:ext uri="{BB962C8B-B14F-4D97-AF65-F5344CB8AC3E}">
        <p14:creationId xmlns:p14="http://schemas.microsoft.com/office/powerpoint/2010/main" val="80085133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Augmentation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more data for regularization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60112360-2B12-4113-A327-A2984A98F1DB}" type="slidenum">
              <a:rPr lang="zh-CN" altLang="en-GB">
                <a:ea typeface="宋体" pitchFamily="2" charset="-122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74</a:t>
            </a:fld>
            <a:endParaRPr lang="en-GB" altLang="zh-CN">
              <a:ea typeface="宋体" pitchFamily="2" charset="-122"/>
            </a:endParaRPr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089" y="1733550"/>
            <a:ext cx="8505825" cy="339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971441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Augmentation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more data for regularization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60112360-2B12-4113-A327-A2984A98F1DB}" type="slidenum">
              <a:rPr lang="zh-CN" altLang="en-GB">
                <a:ea typeface="宋体" pitchFamily="2" charset="-122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75</a:t>
            </a:fld>
            <a:endParaRPr lang="en-GB" altLang="zh-CN">
              <a:ea typeface="宋体" pitchFamily="2" charset="-122"/>
            </a:endParaRPr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3631" y="1601788"/>
            <a:ext cx="4066121" cy="208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350" y="3939358"/>
            <a:ext cx="5116475" cy="2207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355185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Augmentation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more data for regularization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60112360-2B12-4113-A327-A2984A98F1DB}" type="slidenum">
              <a:rPr lang="zh-CN" altLang="en-GB">
                <a:ea typeface="宋体" pitchFamily="2" charset="-122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76</a:t>
            </a:fld>
            <a:endParaRPr lang="en-GB" altLang="zh-CN">
              <a:ea typeface="宋体" pitchFamily="2" charset="-122"/>
            </a:endParaRPr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1" y="2173752"/>
            <a:ext cx="3384550" cy="2921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450" y="2044533"/>
            <a:ext cx="3370928" cy="3270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937638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Augmentation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more data for regularization</a:t>
            </a:r>
          </a:p>
          <a:p>
            <a:r>
              <a:rPr lang="en-US" dirty="0"/>
              <a:t>Examples (for visual recognition)</a:t>
            </a:r>
          </a:p>
          <a:p>
            <a:pPr lvl="1"/>
            <a:r>
              <a:rPr lang="en-US" dirty="0"/>
              <a:t>translation</a:t>
            </a:r>
          </a:p>
          <a:p>
            <a:pPr lvl="1"/>
            <a:r>
              <a:rPr lang="en-US" dirty="0"/>
              <a:t>horizontal or vertical </a:t>
            </a:r>
          </a:p>
          <a:p>
            <a:pPr lvl="1"/>
            <a:r>
              <a:rPr lang="en-US" dirty="0"/>
              <a:t>flip</a:t>
            </a:r>
          </a:p>
          <a:p>
            <a:pPr lvl="1"/>
            <a:r>
              <a:rPr lang="en-US" dirty="0"/>
              <a:t>rotation</a:t>
            </a:r>
          </a:p>
          <a:p>
            <a:pPr lvl="1"/>
            <a:r>
              <a:rPr lang="en-US" dirty="0"/>
              <a:t>smooth warping</a:t>
            </a:r>
          </a:p>
          <a:p>
            <a:pPr lvl="1"/>
            <a:r>
              <a:rPr lang="en-US" dirty="0"/>
              <a:t>noise (e.g. flip random pixels)</a:t>
            </a:r>
          </a:p>
          <a:p>
            <a:r>
              <a:rPr lang="en-US" dirty="0"/>
              <a:t>The choice of transformations depends on the task. </a:t>
            </a:r>
          </a:p>
          <a:p>
            <a:pPr lvl="1"/>
            <a:r>
              <a:rPr lang="en-US" dirty="0"/>
              <a:t>E.g. horizontal flip for object recognition, but not handwritten digit recognition.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60112360-2B12-4113-A327-A2984A98F1DB}" type="slidenum">
              <a:rPr lang="zh-CN" altLang="en-GB">
                <a:ea typeface="宋体" pitchFamily="2" charset="-122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77</a:t>
            </a:fld>
            <a:endParaRPr lang="en-GB" altLang="zh-CN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929908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 Augmentation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AutoAugment</a:t>
            </a:r>
            <a:r>
              <a:rPr lang="en-US" altLang="zh-CN" dirty="0"/>
              <a:t> </a:t>
            </a:r>
            <a:r>
              <a:rPr lang="en-US" altLang="zh-CN" sz="1800" dirty="0"/>
              <a:t>(</a:t>
            </a:r>
            <a:r>
              <a:rPr lang="en-US" altLang="zh-CN" sz="1800" dirty="0" err="1"/>
              <a:t>Cubuk</a:t>
            </a:r>
            <a:r>
              <a:rPr lang="en-US" altLang="zh-CN" sz="1800" dirty="0"/>
              <a:t> et al, </a:t>
            </a:r>
            <a:r>
              <a:rPr lang="en-US" altLang="zh-CN" sz="1800" dirty="0" err="1"/>
              <a:t>Arxiv</a:t>
            </a:r>
            <a:r>
              <a:rPr lang="en-US" altLang="zh-CN" sz="1800" dirty="0"/>
              <a:t> 2018)</a:t>
            </a:r>
            <a:endParaRPr lang="en-US" altLang="zh-CN" dirty="0"/>
          </a:p>
          <a:p>
            <a:pPr lvl="1"/>
            <a:r>
              <a:rPr lang="en-US" altLang="zh-CN" dirty="0"/>
              <a:t>An automatic way to design custom data augmentation policies for computer vision datasets, </a:t>
            </a:r>
          </a:p>
          <a:p>
            <a:pPr lvl="1"/>
            <a:r>
              <a:rPr lang="en-US" altLang="zh-CN" dirty="0"/>
              <a:t>Selecting an optimal policy from a search space of 2.9 x 10</a:t>
            </a:r>
            <a:r>
              <a:rPr lang="en-US" altLang="zh-CN" baseline="30000" dirty="0"/>
              <a:t>32</a:t>
            </a:r>
            <a:r>
              <a:rPr lang="en-US" altLang="zh-CN" dirty="0"/>
              <a:t> image transformation possibilities.</a:t>
            </a:r>
          </a:p>
          <a:p>
            <a:pPr lvl="2"/>
            <a:r>
              <a:rPr lang="en-US" altLang="zh-CN" dirty="0"/>
              <a:t>E.g., guiding the selection of basic image transformation operations, such as flipping an image horizontally/vertically, rotating an image, changing the color of an image, etc. </a:t>
            </a:r>
          </a:p>
          <a:p>
            <a:pPr lvl="1"/>
            <a:r>
              <a:rPr lang="en-US" altLang="zh-CN" dirty="0"/>
              <a:t>Using reinforcement learning strategy </a:t>
            </a:r>
          </a:p>
          <a:p>
            <a:r>
              <a:rPr lang="en-US" altLang="zh-CN" dirty="0"/>
              <a:t>Results</a:t>
            </a:r>
          </a:p>
          <a:p>
            <a:pPr lvl="1"/>
            <a:r>
              <a:rPr lang="en-US" altLang="zh-CN" dirty="0"/>
              <a:t>New state of the art: ImageNet: 83.54% top1 accuracy; SVHN: error rate 1.02%. </a:t>
            </a:r>
          </a:p>
          <a:p>
            <a:pPr lvl="1"/>
            <a:r>
              <a:rPr lang="en-US" altLang="zh-CN" dirty="0" err="1"/>
              <a:t>AutoAugment</a:t>
            </a:r>
            <a:r>
              <a:rPr lang="en-US" altLang="zh-CN" dirty="0"/>
              <a:t> policies are found to be transferable to other vision datasets. 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78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361034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8743" y="1123955"/>
            <a:ext cx="8228013" cy="4967287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altLang="zh-CN" dirty="0"/>
              <a:t>Regularization in CNN training</a:t>
            </a:r>
          </a:p>
          <a:p>
            <a:pPr lvl="1">
              <a:spcBef>
                <a:spcPts val="180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Data Augmentation</a:t>
            </a:r>
          </a:p>
          <a:p>
            <a:pPr lvl="1">
              <a:spcBef>
                <a:spcPts val="1800"/>
              </a:spcBef>
            </a:pPr>
            <a:r>
              <a:rPr lang="en-US" altLang="zh-CN" dirty="0"/>
              <a:t>Weight Regularization &amp; Transfer Learning</a:t>
            </a:r>
          </a:p>
          <a:p>
            <a:pPr lvl="1">
              <a:spcBef>
                <a:spcPts val="1800"/>
              </a:spcBef>
            </a:pPr>
            <a:r>
              <a:rPr lang="en-US" altLang="zh-CN" dirty="0"/>
              <a:t>Stochastic Regularization</a:t>
            </a:r>
          </a:p>
          <a:p>
            <a:pPr lvl="1">
              <a:spcBef>
                <a:spcPts val="1800"/>
              </a:spcBef>
            </a:pPr>
            <a:r>
              <a:rPr lang="en-US" altLang="zh-CN" dirty="0"/>
              <a:t>Hyper-parameter optimization</a:t>
            </a:r>
          </a:p>
          <a:p>
            <a:pPr lvl="1">
              <a:spcBef>
                <a:spcPts val="1800"/>
              </a:spcBef>
            </a:pPr>
            <a:endParaRPr lang="en-US" altLang="zh-CN" dirty="0"/>
          </a:p>
          <a:p>
            <a:pPr>
              <a:spcBef>
                <a:spcPts val="1800"/>
              </a:spcBef>
            </a:pPr>
            <a:endParaRPr lang="en-US" dirty="0"/>
          </a:p>
          <a:p>
            <a:pPr lvl="1">
              <a:spcBef>
                <a:spcPts val="1800"/>
              </a:spcBef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79</a:t>
            </a:fld>
            <a:endParaRPr lang="en-GB" altLang="zh-CN"/>
          </a:p>
        </p:txBody>
      </p:sp>
      <p:sp>
        <p:nvSpPr>
          <p:cNvPr id="7" name="Rectangle 6"/>
          <p:cNvSpPr/>
          <p:nvPr/>
        </p:nvSpPr>
        <p:spPr>
          <a:xfrm>
            <a:off x="3457845" y="6246120"/>
            <a:ext cx="83533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ts val="1800"/>
              </a:spcBef>
            </a:pPr>
            <a:r>
              <a:rPr lang="en-US" i="1" dirty="0"/>
              <a:t>Acknowledgement: </a:t>
            </a:r>
            <a:r>
              <a:rPr lang="en-US" i="1" dirty="0" err="1"/>
              <a:t>Feifei</a:t>
            </a:r>
            <a:r>
              <a:rPr lang="en-US" i="1" dirty="0"/>
              <a:t> Li’s cs231n notes</a:t>
            </a:r>
          </a:p>
        </p:txBody>
      </p:sp>
    </p:spTree>
    <p:extLst>
      <p:ext uri="{BB962C8B-B14F-4D97-AF65-F5344CB8AC3E}">
        <p14:creationId xmlns:p14="http://schemas.microsoft.com/office/powerpoint/2010/main" val="137398241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Reducing # of Parameters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Reducing the number of layers or the number of parameters per layer.</a:t>
            </a:r>
          </a:p>
          <a:p>
            <a:r>
              <a:rPr lang="en-US" altLang="zh-CN" dirty="0"/>
              <a:t>Adding a linear </a:t>
            </a:r>
            <a:r>
              <a:rPr lang="en-US" altLang="zh-CN" dirty="0">
                <a:solidFill>
                  <a:srgbClr val="0070C0"/>
                </a:solidFill>
              </a:rPr>
              <a:t>bottleneck layer</a:t>
            </a:r>
            <a:r>
              <a:rPr lang="en-US" altLang="zh-CN" dirty="0"/>
              <a:t>: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en-US" altLang="zh-CN" dirty="0"/>
              <a:t>The first network is strictly more expressive than the second (i.e. it can represent a strictly larger class of functions). (Why?)</a:t>
            </a:r>
          </a:p>
          <a:p>
            <a:pPr lvl="1"/>
            <a:r>
              <a:rPr lang="en-US" altLang="zh-CN" dirty="0"/>
              <a:t>Remember how linear layers don't make a network more expressive? They might still improve generalization.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80</a:t>
            </a:fld>
            <a:endParaRPr lang="en-GB" altLang="zh-C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322" y="1987555"/>
            <a:ext cx="5278838" cy="225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97530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Regularization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L</a:t>
            </a:r>
            <a:r>
              <a:rPr lang="en-US" sz="2800" baseline="-25000" dirty="0"/>
              <a:t>2</a:t>
            </a:r>
            <a:r>
              <a:rPr lang="en-US" sz="2800" dirty="0"/>
              <a:t> regularization / weight decay</a:t>
            </a:r>
          </a:p>
          <a:p>
            <a:pPr lvl="1"/>
            <a:r>
              <a:rPr lang="en-US" sz="2400" dirty="0"/>
              <a:t>Encouraging the weights to be small in magnitude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The gradient update can be interpreted as weight decay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81</a:t>
            </a:fld>
            <a:endParaRPr lang="en-GB" altLang="zh-C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193" y="2094554"/>
            <a:ext cx="4255650" cy="907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604" y="3789140"/>
            <a:ext cx="3306461" cy="227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00513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82</a:t>
            </a:fld>
            <a:endParaRPr lang="en-GB" altLang="zh-CN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052513"/>
            <a:ext cx="8365846" cy="41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213366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83</a:t>
            </a:fld>
            <a:endParaRPr lang="en-GB" altLang="zh-CN"/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6"/>
          <a:stretch/>
        </p:blipFill>
        <p:spPr bwMode="auto">
          <a:xfrm>
            <a:off x="2000251" y="1031876"/>
            <a:ext cx="8169815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937036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84</a:t>
            </a:fld>
            <a:endParaRPr lang="en-GB" altLang="zh-CN"/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6" y="1108076"/>
            <a:ext cx="8177213" cy="415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538917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85</a:t>
            </a:fld>
            <a:endParaRPr lang="en-GB" altLang="zh-CN"/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1" y="1338952"/>
            <a:ext cx="8050213" cy="3664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600341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0323" y="1173502"/>
            <a:ext cx="8228013" cy="4967287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altLang="zh-CN" dirty="0"/>
              <a:t>Regularization in CNN training</a:t>
            </a:r>
          </a:p>
          <a:p>
            <a:pPr lvl="1">
              <a:spcBef>
                <a:spcPts val="180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Data Augmentation</a:t>
            </a:r>
          </a:p>
          <a:p>
            <a:pPr lvl="1">
              <a:spcBef>
                <a:spcPts val="180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Weight Regularization &amp; Transfer Learning</a:t>
            </a:r>
          </a:p>
          <a:p>
            <a:pPr lvl="1">
              <a:spcBef>
                <a:spcPts val="1800"/>
              </a:spcBef>
            </a:pPr>
            <a:r>
              <a:rPr lang="en-US" altLang="zh-CN" dirty="0"/>
              <a:t>Stochastic Regularization</a:t>
            </a:r>
          </a:p>
          <a:p>
            <a:pPr lvl="1">
              <a:spcBef>
                <a:spcPts val="1800"/>
              </a:spcBef>
            </a:pPr>
            <a:r>
              <a:rPr lang="en-US" altLang="zh-CN" dirty="0"/>
              <a:t>Hyper-parameter optimization</a:t>
            </a:r>
          </a:p>
          <a:p>
            <a:pPr>
              <a:spcBef>
                <a:spcPts val="1800"/>
              </a:spcBef>
            </a:pPr>
            <a:r>
              <a:rPr lang="en-US" altLang="zh-CN" dirty="0"/>
              <a:t>Network Architectures </a:t>
            </a:r>
          </a:p>
          <a:p>
            <a:pPr lvl="1">
              <a:spcBef>
                <a:spcPts val="1800"/>
              </a:spcBef>
            </a:pPr>
            <a:endParaRPr lang="en-US" altLang="zh-CN" dirty="0"/>
          </a:p>
          <a:p>
            <a:pPr>
              <a:spcBef>
                <a:spcPts val="1800"/>
              </a:spcBef>
            </a:pPr>
            <a:endParaRPr lang="en-US" dirty="0"/>
          </a:p>
          <a:p>
            <a:pPr lvl="1">
              <a:spcBef>
                <a:spcPts val="1800"/>
              </a:spcBef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86</a:t>
            </a:fld>
            <a:endParaRPr lang="en-GB" altLang="zh-CN"/>
          </a:p>
        </p:txBody>
      </p:sp>
      <p:sp>
        <p:nvSpPr>
          <p:cNvPr id="7" name="Rectangle 6"/>
          <p:cNvSpPr/>
          <p:nvPr/>
        </p:nvSpPr>
        <p:spPr>
          <a:xfrm>
            <a:off x="3457845" y="6246120"/>
            <a:ext cx="83533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ts val="1800"/>
              </a:spcBef>
            </a:pPr>
            <a:r>
              <a:rPr lang="en-US" i="1" dirty="0"/>
              <a:t>Acknowledgement: </a:t>
            </a:r>
            <a:r>
              <a:rPr lang="en-US" i="1" dirty="0" err="1"/>
              <a:t>Feifei</a:t>
            </a:r>
            <a:r>
              <a:rPr lang="en-US" i="1" dirty="0"/>
              <a:t> Li’s cs231n notes</a:t>
            </a:r>
          </a:p>
        </p:txBody>
      </p:sp>
    </p:spTree>
    <p:extLst>
      <p:ext uri="{BB962C8B-B14F-4D97-AF65-F5344CB8AC3E}">
        <p14:creationId xmlns:p14="http://schemas.microsoft.com/office/powerpoint/2010/main" val="160502873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Stochastic Regularization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For a network to </a:t>
            </a:r>
            <a:r>
              <a:rPr lang="en-US" altLang="zh-CN" dirty="0" err="1"/>
              <a:t>overfit</a:t>
            </a:r>
            <a:r>
              <a:rPr lang="en-US" altLang="zh-CN" dirty="0"/>
              <a:t>, its computations need to be really precise. This suggests regularizing them by injecting noise into the computations, a strategy known as </a:t>
            </a:r>
            <a:r>
              <a:rPr lang="en-US" altLang="zh-CN" dirty="0">
                <a:solidFill>
                  <a:srgbClr val="0070C0"/>
                </a:solidFill>
              </a:rPr>
              <a:t>stochastic regularization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Dropout is a stochastic </a:t>
            </a:r>
            <a:r>
              <a:rPr lang="en-US" altLang="zh-CN" dirty="0" err="1"/>
              <a:t>regularizer</a:t>
            </a:r>
            <a:r>
              <a:rPr lang="en-US" altLang="zh-CN" dirty="0"/>
              <a:t> which randomly deactivates a subset of the units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87</a:t>
            </a:fld>
            <a:endParaRPr lang="en-GB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01"/>
          <a:stretch/>
        </p:blipFill>
        <p:spPr bwMode="auto">
          <a:xfrm>
            <a:off x="2551713" y="3609756"/>
            <a:ext cx="6969318" cy="2410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242428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Dropout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88</a:t>
            </a:fld>
            <a:endParaRPr lang="en-GB" alt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Operations</a:t>
            </a: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840" y="2588147"/>
            <a:ext cx="7093309" cy="3542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t="66570"/>
          <a:stretch/>
        </p:blipFill>
        <p:spPr>
          <a:xfrm>
            <a:off x="2427722" y="1643793"/>
            <a:ext cx="7676024" cy="770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41734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Dropout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89</a:t>
            </a:fld>
            <a:endParaRPr lang="en-GB" alt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037" y="1123955"/>
            <a:ext cx="9005926" cy="435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834314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Dropout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90</a:t>
            </a:fld>
            <a:endParaRPr lang="en-GB" alt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675" y="1123951"/>
            <a:ext cx="8014894" cy="512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95344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Dropout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91</a:t>
            </a:fld>
            <a:endParaRPr lang="en-GB" alt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Dropout at test time</a:t>
            </a: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89"/>
          <a:stretch/>
        </p:blipFill>
        <p:spPr bwMode="auto">
          <a:xfrm>
            <a:off x="2289794" y="1522967"/>
            <a:ext cx="7138540" cy="2980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5567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Dropout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92</a:t>
            </a:fld>
            <a:endParaRPr lang="en-GB" alt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Dropout at test time</a:t>
            </a: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96"/>
          <a:stretch/>
        </p:blipFill>
        <p:spPr bwMode="auto">
          <a:xfrm>
            <a:off x="2251012" y="1643974"/>
            <a:ext cx="7460686" cy="3025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910560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Dropout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93</a:t>
            </a:fld>
            <a:endParaRPr lang="en-GB" alt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Dropout at test time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175" y="1584644"/>
            <a:ext cx="7594070" cy="3030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6089" y="4747579"/>
            <a:ext cx="236220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1341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Dropout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94</a:t>
            </a:fld>
            <a:endParaRPr lang="en-GB" alt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Dropout at test time</a:t>
            </a:r>
          </a:p>
        </p:txBody>
      </p:sp>
      <p:pic>
        <p:nvPicPr>
          <p:cNvPr id="4096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34"/>
          <a:stretch/>
        </p:blipFill>
        <p:spPr bwMode="auto">
          <a:xfrm>
            <a:off x="2237878" y="1643975"/>
            <a:ext cx="7471383" cy="2714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154717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Dropout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95</a:t>
            </a:fld>
            <a:endParaRPr lang="en-GB" alt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Implementation: Inverted dropout </a:t>
            </a:r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23"/>
          <a:stretch/>
        </p:blipFill>
        <p:spPr bwMode="auto">
          <a:xfrm>
            <a:off x="2160659" y="1633971"/>
            <a:ext cx="8491245" cy="387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819120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Stochastic Regularization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/>
              <a:t>Lots of other stochastic </a:t>
            </a:r>
            <a:r>
              <a:rPr lang="en-US" altLang="zh-CN" dirty="0" err="1"/>
              <a:t>regularizers</a:t>
            </a:r>
            <a:r>
              <a:rPr lang="en-US" altLang="zh-CN" dirty="0"/>
              <a:t> have been proposed: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solidFill>
                  <a:srgbClr val="0070C0"/>
                </a:solidFill>
              </a:rPr>
              <a:t>DropConnect</a:t>
            </a:r>
            <a:r>
              <a:rPr lang="en-US" altLang="zh-CN" dirty="0"/>
              <a:t> drops connections instead of activations.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96</a:t>
            </a:fld>
            <a:endParaRPr lang="en-GB" altLang="zh-C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419" y="2544317"/>
            <a:ext cx="4184650" cy="205511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529638" y="2557384"/>
            <a:ext cx="316715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Training: Drop connections between neurons (set weights to 0)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Testing: Use all the connections</a:t>
            </a:r>
            <a:endParaRPr lang="zh-CN" altLang="en-US" dirty="0"/>
          </a:p>
        </p:txBody>
      </p:sp>
      <p:sp>
        <p:nvSpPr>
          <p:cNvPr id="9" name="Rectangle 8"/>
          <p:cNvSpPr/>
          <p:nvPr/>
        </p:nvSpPr>
        <p:spPr>
          <a:xfrm>
            <a:off x="2295951" y="5823149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Wan et al, “Regularization of Neural Networks using </a:t>
            </a:r>
            <a:r>
              <a:rPr lang="en-US" altLang="zh-CN" sz="1400" dirty="0" err="1"/>
              <a:t>DropConnect</a:t>
            </a:r>
            <a:r>
              <a:rPr lang="en-US" altLang="zh-CN" sz="1400" dirty="0"/>
              <a:t>”, ICML 2013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2675170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Stochastic Regularization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/>
              <a:t>Lots of other stochastic </a:t>
            </a:r>
            <a:r>
              <a:rPr lang="en-US" altLang="zh-CN" dirty="0" err="1"/>
              <a:t>regularizers</a:t>
            </a:r>
            <a:r>
              <a:rPr lang="en-US" altLang="zh-CN" dirty="0"/>
              <a:t> have been proposed: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solidFill>
                  <a:srgbClr val="0070C0"/>
                </a:solidFill>
              </a:rPr>
              <a:t>Fractional Pooling</a:t>
            </a:r>
            <a:endParaRPr lang="en-US" altLang="zh-C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97</a:t>
            </a:fld>
            <a:endParaRPr lang="en-GB" altLang="zh-CN"/>
          </a:p>
        </p:txBody>
      </p:sp>
      <p:sp>
        <p:nvSpPr>
          <p:cNvPr id="8" name="Rectangle 7"/>
          <p:cNvSpPr/>
          <p:nvPr/>
        </p:nvSpPr>
        <p:spPr>
          <a:xfrm>
            <a:off x="713678" y="2557384"/>
            <a:ext cx="498311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Training: Use randomized pooling regions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Testing: Average predictions from several regions</a:t>
            </a:r>
            <a:endParaRPr lang="zh-CN" alt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814" y="2511665"/>
            <a:ext cx="4322372" cy="144296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295951" y="5823149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Graham, “Fractional Max Pooling”, </a:t>
            </a:r>
            <a:r>
              <a:rPr lang="en-US" altLang="zh-CN" sz="1400" dirty="0" err="1"/>
              <a:t>arXiv</a:t>
            </a:r>
            <a:r>
              <a:rPr lang="en-US" altLang="zh-CN" sz="1400" dirty="0"/>
              <a:t> 2014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1030433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Stochastic Regularization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/>
              <a:t>Lots of other stochastic </a:t>
            </a:r>
            <a:r>
              <a:rPr lang="en-US" altLang="zh-CN" dirty="0" err="1"/>
              <a:t>regularizers</a:t>
            </a:r>
            <a:r>
              <a:rPr lang="en-US" altLang="zh-CN" dirty="0"/>
              <a:t> have been proposed: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solidFill>
                  <a:srgbClr val="0070C0"/>
                </a:solidFill>
              </a:rPr>
              <a:t>Cutout</a:t>
            </a:r>
            <a:endParaRPr lang="en-US" altLang="zh-C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98</a:t>
            </a:fld>
            <a:endParaRPr lang="en-GB" altLang="zh-CN"/>
          </a:p>
        </p:txBody>
      </p:sp>
      <p:sp>
        <p:nvSpPr>
          <p:cNvPr id="8" name="Rectangle 7"/>
          <p:cNvSpPr/>
          <p:nvPr/>
        </p:nvSpPr>
        <p:spPr>
          <a:xfrm>
            <a:off x="609603" y="2557384"/>
            <a:ext cx="508718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Training: Set random image regions to zero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Testing: Use full image predictions from several regions</a:t>
            </a:r>
            <a:endParaRPr lang="zh-CN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788" y="1987551"/>
            <a:ext cx="4214868" cy="328654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338146" y="5823148"/>
            <a:ext cx="864792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DeVries and Taylor, “Improved Regularization of Convolutional Neural Networks with Cutout”, </a:t>
            </a:r>
            <a:r>
              <a:rPr lang="en-US" altLang="zh-CN" sz="1400" dirty="0" err="1"/>
              <a:t>arXiv</a:t>
            </a:r>
            <a:r>
              <a:rPr lang="en-US" altLang="zh-CN" sz="1400" dirty="0"/>
              <a:t> 2017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87129336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Stochastic Regularization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/>
              <a:t>Lots of other stochastic </a:t>
            </a:r>
            <a:r>
              <a:rPr lang="en-US" altLang="zh-CN" dirty="0" err="1"/>
              <a:t>regularizers</a:t>
            </a:r>
            <a:r>
              <a:rPr lang="en-US" altLang="zh-CN" dirty="0"/>
              <a:t> have been proposed:</a:t>
            </a:r>
          </a:p>
          <a:p>
            <a:pPr lvl="1">
              <a:lnSpc>
                <a:spcPct val="100000"/>
              </a:lnSpc>
            </a:pPr>
            <a:r>
              <a:rPr lang="en-US" altLang="zh-CN" dirty="0" err="1">
                <a:solidFill>
                  <a:srgbClr val="0070C0"/>
                </a:solidFill>
              </a:rPr>
              <a:t>Mixup</a:t>
            </a:r>
            <a:endParaRPr lang="en-US" altLang="zh-C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99</a:t>
            </a:fld>
            <a:endParaRPr lang="en-GB" altLang="zh-CN"/>
          </a:p>
        </p:txBody>
      </p:sp>
      <p:sp>
        <p:nvSpPr>
          <p:cNvPr id="8" name="Rectangle 7"/>
          <p:cNvSpPr/>
          <p:nvPr/>
        </p:nvSpPr>
        <p:spPr>
          <a:xfrm>
            <a:off x="847493" y="2557384"/>
            <a:ext cx="428446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Training: Train on random blends of images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Testing: Use original images</a:t>
            </a:r>
            <a:endParaRPr lang="zh-CN" alt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956" y="2335461"/>
            <a:ext cx="5450023" cy="245351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295951" y="5823149"/>
            <a:ext cx="76901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Zhang et al, “</a:t>
            </a:r>
            <a:r>
              <a:rPr lang="en-US" altLang="zh-CN" sz="1400" dirty="0" err="1"/>
              <a:t>mixup</a:t>
            </a:r>
            <a:r>
              <a:rPr lang="en-US" altLang="zh-CN" sz="1400" dirty="0"/>
              <a:t>: Beyond Empirical Risk Minimization”, ICLR 2018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1599469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Stochastic Regularization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/>
              <a:t>Lots of other stochastic </a:t>
            </a:r>
            <a:r>
              <a:rPr lang="en-US" altLang="zh-CN" dirty="0" err="1"/>
              <a:t>regularizers</a:t>
            </a:r>
            <a:r>
              <a:rPr lang="en-US" altLang="zh-CN" dirty="0"/>
              <a:t> have been proposed: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Training: Add random noise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Testing: Marginalize over the noise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In practice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Consider </a:t>
            </a:r>
            <a:r>
              <a:rPr lang="en-US" altLang="zh-CN" dirty="0">
                <a:solidFill>
                  <a:srgbClr val="0070C0"/>
                </a:solidFill>
              </a:rPr>
              <a:t>dropout</a:t>
            </a:r>
            <a:r>
              <a:rPr lang="en-US" altLang="zh-CN" dirty="0"/>
              <a:t> for large fully-connected layers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solidFill>
                  <a:srgbClr val="0070C0"/>
                </a:solidFill>
              </a:rPr>
              <a:t>Batch normalization </a:t>
            </a:r>
            <a:r>
              <a:rPr lang="en-US" altLang="zh-CN" dirty="0"/>
              <a:t>and </a:t>
            </a:r>
            <a:r>
              <a:rPr lang="en-US" altLang="zh-CN" dirty="0">
                <a:solidFill>
                  <a:srgbClr val="0070C0"/>
                </a:solidFill>
              </a:rPr>
              <a:t>data augmentation </a:t>
            </a:r>
            <a:r>
              <a:rPr lang="en-US" altLang="zh-CN" dirty="0"/>
              <a:t>almost always a good idea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Try </a:t>
            </a:r>
            <a:r>
              <a:rPr lang="en-US" altLang="zh-CN" dirty="0">
                <a:solidFill>
                  <a:srgbClr val="0070C0"/>
                </a:solidFill>
              </a:rPr>
              <a:t>cutout</a:t>
            </a:r>
            <a:r>
              <a:rPr lang="en-US" altLang="zh-CN" dirty="0"/>
              <a:t> and </a:t>
            </a:r>
            <a:r>
              <a:rPr lang="en-US" altLang="zh-CN" dirty="0" err="1">
                <a:solidFill>
                  <a:srgbClr val="0070C0"/>
                </a:solidFill>
              </a:rPr>
              <a:t>mixup</a:t>
            </a:r>
            <a:r>
              <a:rPr lang="en-US" altLang="zh-CN" dirty="0"/>
              <a:t> especially for small classification datasets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100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395603650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1045" y="1189377"/>
            <a:ext cx="8228013" cy="4967287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altLang="zh-CN" dirty="0"/>
              <a:t>Regularization in CNN training</a:t>
            </a:r>
          </a:p>
          <a:p>
            <a:pPr lvl="1">
              <a:spcBef>
                <a:spcPts val="180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Data Augmentation</a:t>
            </a:r>
          </a:p>
          <a:p>
            <a:pPr lvl="1">
              <a:spcBef>
                <a:spcPts val="180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Weight Regularization &amp; Transfer Learning</a:t>
            </a:r>
          </a:p>
          <a:p>
            <a:pPr lvl="1">
              <a:spcBef>
                <a:spcPts val="180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Stochastic Regularization</a:t>
            </a:r>
          </a:p>
          <a:p>
            <a:pPr lvl="1">
              <a:spcBef>
                <a:spcPts val="1800"/>
              </a:spcBef>
            </a:pPr>
            <a:r>
              <a:rPr lang="en-US" altLang="zh-CN" dirty="0"/>
              <a:t>Hyper-parameter optimization</a:t>
            </a:r>
          </a:p>
          <a:p>
            <a:pPr lvl="1">
              <a:spcBef>
                <a:spcPts val="1800"/>
              </a:spcBef>
            </a:pPr>
            <a:endParaRPr lang="en-US" altLang="zh-CN" dirty="0"/>
          </a:p>
          <a:p>
            <a:pPr>
              <a:spcBef>
                <a:spcPts val="1800"/>
              </a:spcBef>
            </a:pPr>
            <a:endParaRPr lang="en-US" dirty="0"/>
          </a:p>
          <a:p>
            <a:pPr lvl="1">
              <a:spcBef>
                <a:spcPts val="1800"/>
              </a:spcBef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101</a:t>
            </a:fld>
            <a:endParaRPr lang="en-GB" altLang="zh-CN"/>
          </a:p>
        </p:txBody>
      </p:sp>
      <p:sp>
        <p:nvSpPr>
          <p:cNvPr id="7" name="Rectangle 6"/>
          <p:cNvSpPr/>
          <p:nvPr/>
        </p:nvSpPr>
        <p:spPr>
          <a:xfrm>
            <a:off x="3457845" y="6246120"/>
            <a:ext cx="83533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ts val="1800"/>
              </a:spcBef>
            </a:pPr>
            <a:r>
              <a:rPr lang="en-US" i="1" dirty="0"/>
              <a:t>Acknowledgement: </a:t>
            </a:r>
            <a:r>
              <a:rPr lang="en-US" i="1" dirty="0" err="1"/>
              <a:t>Feifei</a:t>
            </a:r>
            <a:r>
              <a:rPr lang="en-US" i="1" dirty="0"/>
              <a:t> Li’s cs231n notes</a:t>
            </a:r>
          </a:p>
        </p:txBody>
      </p:sp>
    </p:spTree>
    <p:extLst>
      <p:ext uri="{BB962C8B-B14F-4D97-AF65-F5344CB8AC3E}">
        <p14:creationId xmlns:p14="http://schemas.microsoft.com/office/powerpoint/2010/main" val="218277198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Hyperparameter</a:t>
            </a:r>
            <a:r>
              <a:rPr lang="en-US" dirty="0"/>
              <a:t>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(Cross-)validation strategy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102</a:t>
            </a:fld>
            <a:endParaRPr lang="en-GB" altLang="zh-C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97"/>
          <a:stretch/>
        </p:blipFill>
        <p:spPr bwMode="auto">
          <a:xfrm>
            <a:off x="1847160" y="1732108"/>
            <a:ext cx="9424780" cy="3901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418714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Hyperparameter</a:t>
            </a:r>
            <a:r>
              <a:rPr lang="en-US" dirty="0"/>
              <a:t>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103</a:t>
            </a:fld>
            <a:endParaRPr lang="en-GB" altLang="zh-CN"/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399" y="1338278"/>
            <a:ext cx="9239313" cy="4681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756553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Hyperparameter</a:t>
            </a:r>
            <a:r>
              <a:rPr lang="en-US" dirty="0"/>
              <a:t>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104</a:t>
            </a:fld>
            <a:endParaRPr lang="en-GB" altLang="zh-CN"/>
          </a:p>
        </p:txBody>
      </p:sp>
      <p:pic>
        <p:nvPicPr>
          <p:cNvPr id="573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41" y="1199362"/>
            <a:ext cx="10011671" cy="496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863511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Hyperparameter</a:t>
            </a:r>
            <a:r>
              <a:rPr lang="en-US" dirty="0"/>
              <a:t>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</a:t>
            </a:r>
            <a:r>
              <a:rPr lang="en-US" altLang="zh-CN" dirty="0"/>
              <a:t>s</a:t>
            </a:r>
            <a:r>
              <a:rPr lang="en-US" dirty="0"/>
              <a:t>earch vs. Grid search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105</a:t>
            </a:fld>
            <a:endParaRPr lang="en-GB" altLang="zh-CN"/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17" t="16865" r="12398"/>
          <a:stretch/>
        </p:blipFill>
        <p:spPr bwMode="auto">
          <a:xfrm>
            <a:off x="2295951" y="1736112"/>
            <a:ext cx="7465398" cy="3738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2295951" y="5823149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Random Search for Hyper-Parameter Optimization, </a:t>
            </a:r>
            <a:r>
              <a:rPr lang="en-US" altLang="zh-CN" sz="1400" dirty="0" err="1"/>
              <a:t>Bergstra</a:t>
            </a:r>
            <a:r>
              <a:rPr lang="en-US" altLang="zh-CN" sz="1400" dirty="0"/>
              <a:t> and </a:t>
            </a:r>
            <a:r>
              <a:rPr lang="en-US" altLang="zh-CN" sz="1400" dirty="0" err="1"/>
              <a:t>Bengio</a:t>
            </a:r>
            <a:r>
              <a:rPr lang="en-US" altLang="zh-CN" sz="1400" dirty="0"/>
              <a:t>, 2012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0598902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Hyperparameter</a:t>
            </a:r>
            <a:r>
              <a:rPr lang="en-US" dirty="0"/>
              <a:t>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Other </a:t>
            </a:r>
            <a:r>
              <a:rPr lang="en-US" dirty="0" err="1"/>
              <a:t>hyperparameter</a:t>
            </a:r>
            <a:r>
              <a:rPr lang="en-US" dirty="0"/>
              <a:t> optimization methods</a:t>
            </a:r>
          </a:p>
          <a:p>
            <a:pPr lvl="1"/>
            <a:r>
              <a:rPr lang="en-US" dirty="0" err="1"/>
              <a:t>Shahriari</a:t>
            </a:r>
            <a:r>
              <a:rPr lang="en-US" dirty="0"/>
              <a:t>, et al. "Taking the human out of the loop: A review of Bayesian optimization." Proceedings of the IEEE 104.1 (2016): 148-175.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0112360-2B12-4113-A327-A2984A98F1DB}" type="slidenum">
              <a:rPr lang="zh-CN" altLang="en-GB" smtClean="0"/>
              <a:pPr/>
              <a:t>106</a:t>
            </a:fld>
            <a:endParaRPr lang="en-GB" altLang="zh-CN"/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145" y="1052518"/>
            <a:ext cx="6411402" cy="1352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869970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00B8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457200" rtl="0" eaLnBrk="1" fontAlgn="base" latinLnBrk="0" hangingPunct="1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altLang="en-US" sz="18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00B8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457200" rtl="0" eaLnBrk="1" fontAlgn="base" latinLnBrk="0" hangingPunct="1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altLang="en-US" sz="18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00B8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457200" rtl="0" eaLnBrk="1" fontAlgn="base" latinLnBrk="0" hangingPunct="1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altLang="en-US" sz="18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00B8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457200" rtl="0" eaLnBrk="1" fontAlgn="base" latinLnBrk="0" hangingPunct="1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altLang="en-US" sz="18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2220</TotalTime>
  <Words>2811</Words>
  <Application>Microsoft Office PowerPoint</Application>
  <PresentationFormat>宽屏</PresentationFormat>
  <Paragraphs>660</Paragraphs>
  <Slides>106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106</vt:i4>
      </vt:variant>
    </vt:vector>
  </HeadingPairs>
  <TitlesOfParts>
    <vt:vector size="114" baseType="lpstr">
      <vt:lpstr>宋体</vt:lpstr>
      <vt:lpstr>等线</vt:lpstr>
      <vt:lpstr>Arial</vt:lpstr>
      <vt:lpstr>Arial Black</vt:lpstr>
      <vt:lpstr>Times New Roman</vt:lpstr>
      <vt:lpstr>Wingdings</vt:lpstr>
      <vt:lpstr>Default Design</vt:lpstr>
      <vt:lpstr>1_Default Design</vt:lpstr>
      <vt:lpstr>Lecture 16: Practical Aspects</vt:lpstr>
      <vt:lpstr>PowerPoint 演示文稿</vt:lpstr>
      <vt:lpstr>Train / Val / Test Sets</vt:lpstr>
      <vt:lpstr>Bias / Variance</vt:lpstr>
      <vt:lpstr>Bias / Variance</vt:lpstr>
      <vt:lpstr>Bias / Variance</vt:lpstr>
      <vt:lpstr>Bias / Variance</vt:lpstr>
      <vt:lpstr>Basic Recipe for Machine Learning</vt:lpstr>
      <vt:lpstr>Training overview</vt:lpstr>
      <vt:lpstr>Training overview</vt:lpstr>
      <vt:lpstr>Data Preprocessing</vt:lpstr>
      <vt:lpstr>Data Preprocessing</vt:lpstr>
      <vt:lpstr>Data Preprocessing</vt:lpstr>
      <vt:lpstr>Data Preprocessing</vt:lpstr>
      <vt:lpstr>Data Preprocessing</vt:lpstr>
      <vt:lpstr>Data Preprocessing</vt:lpstr>
      <vt:lpstr>Data Preprocessing</vt:lpstr>
      <vt:lpstr>Data Preprocessing</vt:lpstr>
      <vt:lpstr>Outline</vt:lpstr>
      <vt:lpstr>Weight Initialization</vt:lpstr>
      <vt:lpstr>Weight Initialization</vt:lpstr>
      <vt:lpstr>Weight Initialization</vt:lpstr>
      <vt:lpstr>Weight Initialization</vt:lpstr>
      <vt:lpstr>Weight Initialization</vt:lpstr>
      <vt:lpstr>Weight Initialization</vt:lpstr>
      <vt:lpstr>Weight Initialization</vt:lpstr>
      <vt:lpstr>Weight Initialization</vt:lpstr>
      <vt:lpstr>Weight Initialization</vt:lpstr>
      <vt:lpstr>Weight Initialization</vt:lpstr>
      <vt:lpstr>Weight Initialization</vt:lpstr>
      <vt:lpstr>Weight Initialization</vt:lpstr>
      <vt:lpstr>Weight Initialization</vt:lpstr>
      <vt:lpstr>Outline</vt:lpstr>
      <vt:lpstr>Optimization</vt:lpstr>
      <vt:lpstr>Optimization</vt:lpstr>
      <vt:lpstr>Optimization</vt:lpstr>
      <vt:lpstr>Optimization</vt:lpstr>
      <vt:lpstr>Optimization</vt:lpstr>
      <vt:lpstr>Optimization</vt:lpstr>
      <vt:lpstr>Optimization</vt:lpstr>
      <vt:lpstr>Optimization</vt:lpstr>
      <vt:lpstr>Optimization</vt:lpstr>
      <vt:lpstr>Optimization</vt:lpstr>
      <vt:lpstr>Optimization</vt:lpstr>
      <vt:lpstr>Optimization</vt:lpstr>
      <vt:lpstr>Optimization</vt:lpstr>
      <vt:lpstr>Optimization</vt:lpstr>
      <vt:lpstr>Optimization</vt:lpstr>
      <vt:lpstr>Optimization</vt:lpstr>
      <vt:lpstr>Learning rate</vt:lpstr>
      <vt:lpstr>Learning rate</vt:lpstr>
      <vt:lpstr>Learning rate decay</vt:lpstr>
      <vt:lpstr>Learning rate decay</vt:lpstr>
      <vt:lpstr>Learning rate decay</vt:lpstr>
      <vt:lpstr>What can we find</vt:lpstr>
      <vt:lpstr>Outline</vt:lpstr>
      <vt:lpstr>Batch Normalization</vt:lpstr>
      <vt:lpstr>Batch Normalization</vt:lpstr>
      <vt:lpstr>Batch Normalization</vt:lpstr>
      <vt:lpstr>Batch Normalization</vt:lpstr>
      <vt:lpstr>Batch Normalization</vt:lpstr>
      <vt:lpstr>Batch Normalization</vt:lpstr>
      <vt:lpstr>Batch Normalization</vt:lpstr>
      <vt:lpstr>Batch Normalization</vt:lpstr>
      <vt:lpstr>Batch Normalization</vt:lpstr>
      <vt:lpstr>Layer Normalization</vt:lpstr>
      <vt:lpstr>Instance Normalization</vt:lpstr>
      <vt:lpstr>Instance Normalization</vt:lpstr>
      <vt:lpstr>Batch-like Normalization</vt:lpstr>
      <vt:lpstr>Outline</vt:lpstr>
      <vt:lpstr>Early Stopping</vt:lpstr>
      <vt:lpstr>Early Stopping</vt:lpstr>
      <vt:lpstr>Outline</vt:lpstr>
      <vt:lpstr>Data Augmentation</vt:lpstr>
      <vt:lpstr>Data Augmentation</vt:lpstr>
      <vt:lpstr>Data Augmentation</vt:lpstr>
      <vt:lpstr>Data Augmentation</vt:lpstr>
      <vt:lpstr>Data Augmentation</vt:lpstr>
      <vt:lpstr>Outline</vt:lpstr>
      <vt:lpstr>Reducing # of Parameters</vt:lpstr>
      <vt:lpstr>Weight Regularization</vt:lpstr>
      <vt:lpstr>Transfer Learning</vt:lpstr>
      <vt:lpstr>Transfer Learning</vt:lpstr>
      <vt:lpstr>Transfer Learning</vt:lpstr>
      <vt:lpstr>Transfer Learning</vt:lpstr>
      <vt:lpstr>Outline</vt:lpstr>
      <vt:lpstr>Stochastic Regularization</vt:lpstr>
      <vt:lpstr>Dropout</vt:lpstr>
      <vt:lpstr>Understanding Dropout</vt:lpstr>
      <vt:lpstr>Understanding Dropout</vt:lpstr>
      <vt:lpstr>Dropout</vt:lpstr>
      <vt:lpstr>Dropout</vt:lpstr>
      <vt:lpstr>Dropout</vt:lpstr>
      <vt:lpstr>Dropout</vt:lpstr>
      <vt:lpstr>Dropout</vt:lpstr>
      <vt:lpstr>Stochastic Regularization</vt:lpstr>
      <vt:lpstr>Stochastic Regularization</vt:lpstr>
      <vt:lpstr>Stochastic Regularization</vt:lpstr>
      <vt:lpstr>Stochastic Regularization</vt:lpstr>
      <vt:lpstr>Stochastic Regularization</vt:lpstr>
      <vt:lpstr>Outline</vt:lpstr>
      <vt:lpstr>Hyperparameter optimization</vt:lpstr>
      <vt:lpstr>Hyperparameter optimization</vt:lpstr>
      <vt:lpstr>Hyperparameter optimization</vt:lpstr>
      <vt:lpstr>Hyperparameter optimization</vt:lpstr>
      <vt:lpstr>Hyperparameter optimization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Practice for  Deep Learning</dc:title>
  <dc:creator>Yujiao Shi</dc:creator>
  <cp:lastModifiedBy>玉娇 师</cp:lastModifiedBy>
  <cp:revision>17</cp:revision>
  <dcterms:created xsi:type="dcterms:W3CDTF">2024-03-25T16:54:16Z</dcterms:created>
  <dcterms:modified xsi:type="dcterms:W3CDTF">2025-04-09T06:47:12Z</dcterms:modified>
</cp:coreProperties>
</file>